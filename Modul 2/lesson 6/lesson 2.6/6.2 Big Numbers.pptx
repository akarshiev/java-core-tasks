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562" y="8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3930df89c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3930df89c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39325d658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39325d65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139325d6582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139325d6582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139325d6582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139325d658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13930df89c2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13930df89c2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17b7415266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7b7415266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hyperlink" Target="https://docs.oracle.com/en/java/javase/17/docs/api/java.base/java/math/BigDecimal.html"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hyperlink" Target="https://docs.oracle.com/en/java/javase/17/docs/api/java.base/java/math/BigInteger.html"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t="33150" b="31095"/>
          <a:stretch/>
        </p:blipFill>
        <p:spPr>
          <a:xfrm>
            <a:off x="0" y="0"/>
            <a:ext cx="1304100" cy="466275"/>
          </a:xfrm>
          <a:prstGeom prst="rect">
            <a:avLst/>
          </a:prstGeom>
          <a:noFill/>
          <a:ln>
            <a:noFill/>
          </a:ln>
        </p:spPr>
      </p:pic>
      <p:sp>
        <p:nvSpPr>
          <p:cNvPr id="55" name="Google Shape;55;p13"/>
          <p:cNvSpPr txBox="1"/>
          <p:nvPr/>
        </p:nvSpPr>
        <p:spPr>
          <a:xfrm>
            <a:off x="75" y="1886850"/>
            <a:ext cx="9144000" cy="585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n" sz="2600" b="1"/>
              <a:t>Big Numbers</a:t>
            </a:r>
            <a:endParaRPr sz="2600"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9"/>
        <p:cNvGrpSpPr/>
        <p:nvPr/>
      </p:nvGrpSpPr>
      <p:grpSpPr>
        <a:xfrm>
          <a:off x="0" y="0"/>
          <a:ext cx="0" cy="0"/>
          <a:chOff x="0" y="0"/>
          <a:chExt cx="0" cy="0"/>
        </a:xfrm>
      </p:grpSpPr>
      <p:pic>
        <p:nvPicPr>
          <p:cNvPr id="60" name="Google Shape;60;p14"/>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61" name="Google Shape;61;p14"/>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What is BigDecimal Class</a:t>
            </a:r>
            <a:endParaRPr sz="2000"/>
          </a:p>
        </p:txBody>
      </p:sp>
      <p:sp>
        <p:nvSpPr>
          <p:cNvPr id="62" name="Google Shape;62;p14"/>
          <p:cNvSpPr txBox="1"/>
          <p:nvPr/>
        </p:nvSpPr>
        <p:spPr>
          <a:xfrm>
            <a:off x="645000" y="798716"/>
            <a:ext cx="7854000" cy="1046700"/>
          </a:xfrm>
          <a:prstGeom prst="rect">
            <a:avLst/>
          </a:prstGeom>
          <a:noFill/>
          <a:ln>
            <a:noFill/>
          </a:ln>
        </p:spPr>
        <p:txBody>
          <a:bodyPr spcFirstLastPara="1" wrap="square" lIns="91425" tIns="91425" rIns="91425" bIns="91425" anchor="t" anchorCtr="0">
            <a:spAutoFit/>
          </a:bodyPr>
          <a:lstStyle/>
          <a:p>
            <a:pPr marL="0" lvl="0" indent="457200" algn="just" rtl="0">
              <a:spcBef>
                <a:spcPts val="0"/>
              </a:spcBef>
              <a:spcAft>
                <a:spcPts val="0"/>
              </a:spcAft>
              <a:buNone/>
            </a:pPr>
            <a:r>
              <a:rPr lang="en"/>
              <a:t>A BigDecimal consists of an arbitrary precision integer unscaled value and a 32-bit integer scale. If zero or positive, the scale is the number of digits to the right of the decimal point. If negative, the unscaled value of the number is multiplied by ten to the power of the negation of the scale.</a:t>
            </a:r>
            <a:endParaRPr/>
          </a:p>
        </p:txBody>
      </p:sp>
      <p:sp>
        <p:nvSpPr>
          <p:cNvPr id="63" name="Google Shape;63;p14"/>
          <p:cNvSpPr txBox="1"/>
          <p:nvPr/>
        </p:nvSpPr>
        <p:spPr>
          <a:xfrm>
            <a:off x="6812575" y="4666625"/>
            <a:ext cx="1930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hlinkClick r:id="rId4"/>
              </a:rPr>
              <a:t>Oracle documentation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67"/>
        <p:cNvGrpSpPr/>
        <p:nvPr/>
      </p:nvGrpSpPr>
      <p:grpSpPr>
        <a:xfrm>
          <a:off x="0" y="0"/>
          <a:ext cx="0" cy="0"/>
          <a:chOff x="0" y="0"/>
          <a:chExt cx="0" cy="0"/>
        </a:xfrm>
      </p:grpSpPr>
      <p:pic>
        <p:nvPicPr>
          <p:cNvPr id="68" name="Google Shape;68;p15"/>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69" name="Google Shape;69;p15"/>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What is BigInteger Class</a:t>
            </a:r>
            <a:endParaRPr sz="2000"/>
          </a:p>
        </p:txBody>
      </p:sp>
      <p:sp>
        <p:nvSpPr>
          <p:cNvPr id="70" name="Google Shape;70;p15"/>
          <p:cNvSpPr txBox="1"/>
          <p:nvPr/>
        </p:nvSpPr>
        <p:spPr>
          <a:xfrm>
            <a:off x="645000" y="798716"/>
            <a:ext cx="7854000" cy="1046700"/>
          </a:xfrm>
          <a:prstGeom prst="rect">
            <a:avLst/>
          </a:prstGeom>
          <a:noFill/>
          <a:ln>
            <a:noFill/>
          </a:ln>
        </p:spPr>
        <p:txBody>
          <a:bodyPr spcFirstLastPara="1" wrap="square" lIns="91425" tIns="91425" rIns="91425" bIns="91425" anchor="t" anchorCtr="0">
            <a:spAutoFit/>
          </a:bodyPr>
          <a:lstStyle/>
          <a:p>
            <a:pPr marL="0" lvl="0" indent="457200" algn="just" rtl="0">
              <a:spcBef>
                <a:spcPts val="0"/>
              </a:spcBef>
              <a:spcAft>
                <a:spcPts val="0"/>
              </a:spcAft>
              <a:buNone/>
            </a:pPr>
            <a:r>
              <a:rPr lang="en"/>
              <a:t>BigInteger provides analogues to all of Java's primitive integer operators, and all relevant methods from java. lang. Math. Additionally, BigInteger provides operations for modular arithmetic, GCD calculation, primality testing, prime generation, bit manipulation, and a few other miscellaneous operations.</a:t>
            </a:r>
            <a:endParaRPr/>
          </a:p>
        </p:txBody>
      </p:sp>
      <p:sp>
        <p:nvSpPr>
          <p:cNvPr id="71" name="Google Shape;71;p15"/>
          <p:cNvSpPr txBox="1"/>
          <p:nvPr/>
        </p:nvSpPr>
        <p:spPr>
          <a:xfrm>
            <a:off x="6812575" y="4666625"/>
            <a:ext cx="1930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hlinkClick r:id="rId4"/>
              </a:rPr>
              <a:t>Oracle documentation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75"/>
        <p:cNvGrpSpPr/>
        <p:nvPr/>
      </p:nvGrpSpPr>
      <p:grpSpPr>
        <a:xfrm>
          <a:off x="0" y="0"/>
          <a:ext cx="0" cy="0"/>
          <a:chOff x="0" y="0"/>
          <a:chExt cx="0" cy="0"/>
        </a:xfrm>
      </p:grpSpPr>
      <p:pic>
        <p:nvPicPr>
          <p:cNvPr id="76" name="Google Shape;76;p16"/>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77" name="Google Shape;77;p16"/>
          <p:cNvSpPr txBox="1"/>
          <p:nvPr/>
        </p:nvSpPr>
        <p:spPr>
          <a:xfrm>
            <a:off x="289050" y="2325450"/>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Operation on BigInteger and BigDecimal classes</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311700" y="2285400"/>
            <a:ext cx="8520600" cy="572700"/>
          </a:xfrm>
          <a:prstGeom prst="rect">
            <a:avLst/>
          </a:prstGeom>
        </p:spPr>
        <p:txBody>
          <a:bodyPr spcFirstLastPara="1" wrap="square" lIns="91425" tIns="91425" rIns="91425" bIns="91425" anchor="t" anchorCtr="0">
            <a:normAutofit/>
          </a:bodyPr>
          <a:lstStyle/>
          <a:p>
            <a:pPr marL="0" lvl="0" indent="0" algn="ctr" rtl="0">
              <a:lnSpc>
                <a:spcPct val="115000"/>
              </a:lnSpc>
              <a:spcBef>
                <a:spcPts val="1200"/>
              </a:spcBef>
              <a:spcAft>
                <a:spcPts val="1200"/>
              </a:spcAft>
              <a:buNone/>
            </a:pPr>
            <a:r>
              <a:rPr lang="en" sz="2000" b="1"/>
              <a:t>Factorial of big numbers using BigInteger in java</a:t>
            </a:r>
            <a:endParaRPr sz="2000"/>
          </a:p>
        </p:txBody>
      </p:sp>
      <p:pic>
        <p:nvPicPr>
          <p:cNvPr id="83" name="Google Shape;83;p17"/>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84" name="Google Shape;84;p17"/>
          <p:cNvSpPr txBox="1"/>
          <p:nvPr/>
        </p:nvSpPr>
        <p:spPr>
          <a:xfrm>
            <a:off x="358850" y="1004775"/>
            <a:ext cx="8473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88"/>
        <p:cNvGrpSpPr/>
        <p:nvPr/>
      </p:nvGrpSpPr>
      <p:grpSpPr>
        <a:xfrm>
          <a:off x="0" y="0"/>
          <a:ext cx="0" cy="0"/>
          <a:chOff x="0" y="0"/>
          <a:chExt cx="0" cy="0"/>
        </a:xfrm>
      </p:grpSpPr>
      <p:sp>
        <p:nvSpPr>
          <p:cNvPr id="89" name="Google Shape;89;p18"/>
          <p:cNvSpPr txBox="1">
            <a:spLocks noGrp="1"/>
          </p:cNvSpPr>
          <p:nvPr>
            <p:ph type="title"/>
          </p:nvPr>
        </p:nvSpPr>
        <p:spPr>
          <a:xfrm>
            <a:off x="149825" y="2176425"/>
            <a:ext cx="9185100" cy="5727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1200"/>
              </a:spcBef>
              <a:spcAft>
                <a:spcPts val="1200"/>
              </a:spcAft>
              <a:buNone/>
            </a:pPr>
            <a:r>
              <a:rPr lang="en" sz="2000" b="1" u="sng" dirty="0">
                <a:solidFill>
                  <a:schemeClr val="hlink"/>
                </a:solidFill>
              </a:rPr>
              <a:t>Interview Questions</a:t>
            </a:r>
            <a:endParaRPr sz="2000" dirty="0"/>
          </a:p>
        </p:txBody>
      </p:sp>
      <p:pic>
        <p:nvPicPr>
          <p:cNvPr id="90" name="Google Shape;90;p18"/>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139</Words>
  <Application>Microsoft Office PowerPoint</Application>
  <PresentationFormat>On-screen Show (16:9)</PresentationFormat>
  <Paragraphs>10</Paragraphs>
  <Slides>6</Slides>
  <Notes>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6</vt:i4>
      </vt:variant>
    </vt:vector>
  </HeadingPairs>
  <TitlesOfParts>
    <vt:vector size="8" baseType="lpstr">
      <vt:lpstr>Arial</vt:lpstr>
      <vt:lpstr>Simple Light</vt:lpstr>
      <vt:lpstr>PowerPoint Presentation</vt:lpstr>
      <vt:lpstr>PowerPoint Presentation</vt:lpstr>
      <vt:lpstr>PowerPoint Presentation</vt:lpstr>
      <vt:lpstr>PowerPoint Presentation</vt:lpstr>
      <vt:lpstr>Factorial of big numbers using BigInteger in java</vt:lpstr>
      <vt:lpstr>Interview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Пользователь</cp:lastModifiedBy>
  <cp:revision>1</cp:revision>
  <dcterms:modified xsi:type="dcterms:W3CDTF">2023-02-23T14:20:18Z</dcterms:modified>
</cp:coreProperties>
</file>