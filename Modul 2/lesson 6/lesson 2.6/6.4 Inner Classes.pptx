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562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3930df89c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3930df89c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88ab0c6bb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88ab0c6bb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39325d6582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39325d6582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39325d6582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39325d6582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39325d6582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39325d6582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7b780b353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7b780b353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0" y="0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75" y="1886850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600" b="1"/>
              <a:t>Inner classes</a:t>
            </a:r>
            <a:endParaRPr sz="26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302725" y="306125"/>
            <a:ext cx="856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Inner Class</a:t>
            </a:r>
            <a:endParaRPr sz="2000"/>
          </a:p>
        </p:txBody>
      </p:sp>
      <p:sp>
        <p:nvSpPr>
          <p:cNvPr id="62" name="Google Shape;62;p14"/>
          <p:cNvSpPr txBox="1"/>
          <p:nvPr/>
        </p:nvSpPr>
        <p:spPr>
          <a:xfrm>
            <a:off x="645000" y="941125"/>
            <a:ext cx="78540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far, we have known the members of the class are variables, methods, constructors. But it is also possible to have a class or an interface as a member of a class.</a:t>
            </a:r>
            <a:endParaRPr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class declared inside another class is known as nested classes in java. The scope of a nested class is tied by the scope of its enclosing class (outer class).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Normal Inner Class in Java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Method Local Inner Class in Java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Static Nested Inner Class in Java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302725" y="306125"/>
            <a:ext cx="856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Normal Inner Class</a:t>
            </a:r>
            <a:endParaRPr sz="2000"/>
          </a:p>
        </p:txBody>
      </p:sp>
      <p:sp>
        <p:nvSpPr>
          <p:cNvPr id="69" name="Google Shape;69;p15"/>
          <p:cNvSpPr txBox="1"/>
          <p:nvPr/>
        </p:nvSpPr>
        <p:spPr>
          <a:xfrm>
            <a:off x="645000" y="941125"/>
            <a:ext cx="7854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non-static class that is declared inside a class but outside the method is known as Normal inner class in Java.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is also known as regular inner class. It can be declared with access modifiers like public, default, private, and protected.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02725" y="306125"/>
            <a:ext cx="856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Method Local Inner Class</a:t>
            </a:r>
            <a:endParaRPr sz="2000"/>
          </a:p>
        </p:txBody>
      </p:sp>
      <p:sp>
        <p:nvSpPr>
          <p:cNvPr id="76" name="Google Shape;76;p16"/>
          <p:cNvSpPr txBox="1"/>
          <p:nvPr/>
        </p:nvSpPr>
        <p:spPr>
          <a:xfrm>
            <a:off x="645000" y="941125"/>
            <a:ext cx="7854000" cy="29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inner class that is declared inside a method of the outer class is called method local inner class in Java.</a:t>
            </a:r>
            <a:endParaRPr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Its scope is limited to the block of a method in which it is declared.</a:t>
            </a:r>
            <a:endParaRPr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Therefore, the declaration of method local inner class cannot use any access modifiers such as public, protected, private, and non-access modifiers such as static.</a:t>
            </a:r>
            <a:endParaRPr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also declare method local inner class in Java inside the constructor, static initializers, and non-static initializers.</a:t>
            </a:r>
            <a:endParaRPr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only applicable modifiers for the method local inner class are final, abstract, and strictfp.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302725" y="306125"/>
            <a:ext cx="856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Static Nested Inner Class</a:t>
            </a:r>
            <a:endParaRPr sz="2000"/>
          </a:p>
        </p:txBody>
      </p:sp>
      <p:sp>
        <p:nvSpPr>
          <p:cNvPr id="83" name="Google Shape;83;p17"/>
          <p:cNvSpPr txBox="1"/>
          <p:nvPr/>
        </p:nvSpPr>
        <p:spPr>
          <a:xfrm>
            <a:off x="645000" y="941125"/>
            <a:ext cx="7854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an inner class is defined with a static modifier inside the body of another class, it is known as a static nested class in Java.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static nested class is also considered a top-level class, nested top-level class, or static member class in java. But it is not considered an inner class.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19050" y="2285400"/>
            <a:ext cx="9185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 u="sng" dirty="0">
                <a:solidFill>
                  <a:schemeClr val="hlink"/>
                </a:solidFill>
              </a:rPr>
              <a:t>Interview Questions</a:t>
            </a:r>
            <a:endParaRPr sz="2000" dirty="0"/>
          </a:p>
        </p:txBody>
      </p:sp>
      <p:pic>
        <p:nvPicPr>
          <p:cNvPr id="89" name="Google Shape;89;p18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317</Words>
  <Application>Microsoft Office PowerPoint</Application>
  <PresentationFormat>On-screen Show (16:9)</PresentationFormat>
  <Paragraphs>27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Interview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Пользователь</cp:lastModifiedBy>
  <cp:revision>1</cp:revision>
  <dcterms:modified xsi:type="dcterms:W3CDTF">2023-02-23T14:21:18Z</dcterms:modified>
</cp:coreProperties>
</file>