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Source Code Pro SemiBold" panose="020B0609030403020204" pitchFamily="49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930df89c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930df89c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9325d6582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9325d6582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39325d6582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39325d6582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72bfdacac8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72bfdacac8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72bfdacac8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72bfdacac8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7b7dd2bc9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7b7dd2bc9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0" y="0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75" y="1886850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600" b="1"/>
              <a:t>Autoboxing and Unboxing</a:t>
            </a:r>
            <a:endParaRPr sz="26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02725" y="306125"/>
            <a:ext cx="856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Auto Boxing and Auto UnBoxing</a:t>
            </a:r>
            <a:endParaRPr sz="2000"/>
          </a:p>
        </p:txBody>
      </p:sp>
      <p:sp>
        <p:nvSpPr>
          <p:cNvPr id="62" name="Google Shape;62;p14"/>
          <p:cNvSpPr txBox="1"/>
          <p:nvPr/>
        </p:nvSpPr>
        <p:spPr>
          <a:xfrm>
            <a:off x="645000" y="798716"/>
            <a:ext cx="7854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Autoboxing is the automatic conversion that the Java compiler makes between the primitive types and their corresponding object wrapper classes. For example, converting an int to an Integer, a double to a Double, and so on. If the conversion goes the other way, this is called unboxing.</a:t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2274900" y="1858625"/>
            <a:ext cx="4594200" cy="19521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2534650" y="2638025"/>
            <a:ext cx="1076100" cy="3933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int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5544572" y="2638025"/>
            <a:ext cx="1076100" cy="393300"/>
          </a:xfrm>
          <a:prstGeom prst="roundRect">
            <a:avLst>
              <a:gd name="adj" fmla="val 16667"/>
            </a:avLst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Integer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438150" y="2324000"/>
            <a:ext cx="226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Integer.valueOf(int value)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3451825" y="2970275"/>
            <a:ext cx="226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(Integer object).intValue()</a:t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3927450" y="1858625"/>
            <a:ext cx="130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 Boxing</a:t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3697800" y="3446950"/>
            <a:ext cx="174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 UnBoxing</a:t>
            </a:r>
            <a:endParaRPr/>
          </a:p>
        </p:txBody>
      </p:sp>
      <p:cxnSp>
        <p:nvCxnSpPr>
          <p:cNvPr id="70" name="Google Shape;70;p14"/>
          <p:cNvCxnSpPr>
            <a:stCxn id="64" idx="0"/>
            <a:endCxn id="65" idx="0"/>
          </p:cNvCxnSpPr>
          <p:nvPr/>
        </p:nvCxnSpPr>
        <p:spPr>
          <a:xfrm rot="-5400000" flipH="1">
            <a:off x="4577350" y="1133375"/>
            <a:ext cx="600" cy="3009900"/>
          </a:xfrm>
          <a:prstGeom prst="curvedConnector3">
            <a:avLst>
              <a:gd name="adj1" fmla="val -732541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" name="Google Shape;71;p14"/>
          <p:cNvCxnSpPr>
            <a:stCxn id="65" idx="2"/>
            <a:endCxn id="64" idx="2"/>
          </p:cNvCxnSpPr>
          <p:nvPr/>
        </p:nvCxnSpPr>
        <p:spPr>
          <a:xfrm rot="5400000">
            <a:off x="4577372" y="1526675"/>
            <a:ext cx="600" cy="3009900"/>
          </a:xfrm>
          <a:prstGeom prst="curvedConnector3">
            <a:avLst>
              <a:gd name="adj1" fmla="val 74483333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302725" y="306125"/>
            <a:ext cx="856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What is Narrowing and Widening</a:t>
            </a:r>
            <a:endParaRPr sz="2000"/>
          </a:p>
        </p:txBody>
      </p:sp>
      <p:sp>
        <p:nvSpPr>
          <p:cNvPr id="78" name="Google Shape;78;p15"/>
          <p:cNvSpPr txBox="1"/>
          <p:nvPr/>
        </p:nvSpPr>
        <p:spPr>
          <a:xfrm>
            <a:off x="645000" y="798716"/>
            <a:ext cx="78540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Narrowing refers to passing a higher size data type like int to a lower size data type like short. It may lead to data loss. Casting is required for narrowing conversion.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Widening − Converting a lower datatype to a higher data type is known as widening. In this case the casting/conversion is done automatically therefore, it is known as implicit type casting. In this case both data types should be compatible with each other.</a:t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1245013" y="3066825"/>
            <a:ext cx="972300" cy="2895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double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377138" y="3066825"/>
            <a:ext cx="972300" cy="2895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float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509263" y="3066825"/>
            <a:ext cx="972300" cy="2895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long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641388" y="3066825"/>
            <a:ext cx="972300" cy="2895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int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5773513" y="3066825"/>
            <a:ext cx="972300" cy="2895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short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6905638" y="3059475"/>
            <a:ext cx="972300" cy="2895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byte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85" name="Google Shape;85;p15"/>
          <p:cNvCxnSpPr/>
          <p:nvPr/>
        </p:nvCxnSpPr>
        <p:spPr>
          <a:xfrm>
            <a:off x="1257928" y="2836875"/>
            <a:ext cx="6642900" cy="7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" name="Google Shape;86;p15"/>
          <p:cNvCxnSpPr/>
          <p:nvPr/>
        </p:nvCxnSpPr>
        <p:spPr>
          <a:xfrm rot="10800000">
            <a:off x="1243175" y="3564075"/>
            <a:ext cx="6650100" cy="1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7" name="Google Shape;87;p15"/>
          <p:cNvSpPr txBox="1"/>
          <p:nvPr/>
        </p:nvSpPr>
        <p:spPr>
          <a:xfrm>
            <a:off x="2377925" y="2428632"/>
            <a:ext cx="436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Narrowing Type Casting</a:t>
            </a:r>
            <a:endParaRPr b="1"/>
          </a:p>
        </p:txBody>
      </p:sp>
      <p:sp>
        <p:nvSpPr>
          <p:cNvPr id="88" name="Google Shape;88;p15"/>
          <p:cNvSpPr txBox="1"/>
          <p:nvPr/>
        </p:nvSpPr>
        <p:spPr>
          <a:xfrm>
            <a:off x="2377925" y="3578782"/>
            <a:ext cx="436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Widening Type Casting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>
            <a:spLocks noGrp="1"/>
          </p:cNvSpPr>
          <p:nvPr>
            <p:ph type="title"/>
          </p:nvPr>
        </p:nvSpPr>
        <p:spPr>
          <a:xfrm>
            <a:off x="0" y="4125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Casts</a:t>
            </a:r>
            <a:endParaRPr sz="2000" b="1"/>
          </a:p>
        </p:txBody>
      </p:sp>
      <p:pic>
        <p:nvPicPr>
          <p:cNvPr id="94" name="Google Shape;94;p16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588600" y="921700"/>
            <a:ext cx="7966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Widening Casting (automatically) - converting a smaller type to a larger type size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byte -&gt; short -&gt; char -&gt; int -&gt; long -&gt; float -&gt; double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1275225" y="3213850"/>
            <a:ext cx="416875" cy="645450"/>
          </a:xfrm>
          <a:prstGeom prst="flowChartMagneticDisk">
            <a:avLst/>
          </a:prstGeom>
          <a:solidFill>
            <a:srgbClr val="38761D"/>
          </a:solidFill>
          <a:ln w="9525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</a:rPr>
              <a:t>byte</a:t>
            </a:r>
            <a:endParaRPr sz="800">
              <a:solidFill>
                <a:schemeClr val="lt1"/>
              </a:solidFill>
            </a:endParaRPr>
          </a:p>
        </p:txBody>
      </p:sp>
      <p:grpSp>
        <p:nvGrpSpPr>
          <p:cNvPr id="97" name="Google Shape;97;p16"/>
          <p:cNvGrpSpPr/>
          <p:nvPr/>
        </p:nvGrpSpPr>
        <p:grpSpPr>
          <a:xfrm>
            <a:off x="1694325" y="2844050"/>
            <a:ext cx="1723475" cy="1015250"/>
            <a:chOff x="1694325" y="2844050"/>
            <a:chExt cx="1723475" cy="1015250"/>
          </a:xfrm>
        </p:grpSpPr>
        <p:sp>
          <p:nvSpPr>
            <p:cNvPr id="98" name="Google Shape;98;p16"/>
            <p:cNvSpPr/>
            <p:nvPr/>
          </p:nvSpPr>
          <p:spPr>
            <a:xfrm>
              <a:off x="2839575" y="2844050"/>
              <a:ext cx="578225" cy="1015250"/>
            </a:xfrm>
            <a:prstGeom prst="flowChartMagneticDisk">
              <a:avLst/>
            </a:prstGeom>
            <a:solidFill>
              <a:srgbClr val="674EA7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</a:rPr>
                <a:t>short</a:t>
              </a:r>
              <a:endParaRPr sz="1000">
                <a:solidFill>
                  <a:schemeClr val="lt1"/>
                </a:solidFill>
              </a:endParaRPr>
            </a:p>
          </p:txBody>
        </p:sp>
        <p:cxnSp>
          <p:nvCxnSpPr>
            <p:cNvPr id="99" name="Google Shape;99;p16"/>
            <p:cNvCxnSpPr/>
            <p:nvPr/>
          </p:nvCxnSpPr>
          <p:spPr>
            <a:xfrm>
              <a:off x="1694325" y="3570200"/>
              <a:ext cx="1145400" cy="10200"/>
            </a:xfrm>
            <a:prstGeom prst="straightConnector1">
              <a:avLst/>
            </a:prstGeom>
            <a:noFill/>
            <a:ln w="9525" cap="flat" cmpd="sng">
              <a:solidFill>
                <a:srgbClr val="674EA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00" name="Google Shape;100;p16"/>
          <p:cNvGrpSpPr/>
          <p:nvPr/>
        </p:nvGrpSpPr>
        <p:grpSpPr>
          <a:xfrm>
            <a:off x="3417800" y="2420475"/>
            <a:ext cx="1891550" cy="1438825"/>
            <a:chOff x="3417800" y="2420475"/>
            <a:chExt cx="1891550" cy="1438825"/>
          </a:xfrm>
        </p:grpSpPr>
        <p:sp>
          <p:nvSpPr>
            <p:cNvPr id="101" name="Google Shape;101;p16"/>
            <p:cNvSpPr/>
            <p:nvPr/>
          </p:nvSpPr>
          <p:spPr>
            <a:xfrm>
              <a:off x="4565275" y="2420475"/>
              <a:ext cx="744075" cy="1438825"/>
            </a:xfrm>
            <a:prstGeom prst="flowChartMagneticDisk">
              <a:avLst/>
            </a:prstGeom>
            <a:solidFill>
              <a:srgbClr val="3C78D8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</a:rPr>
                <a:t>int</a:t>
              </a:r>
              <a:endParaRPr sz="1200">
                <a:solidFill>
                  <a:schemeClr val="lt1"/>
                </a:solidFill>
              </a:endParaRPr>
            </a:p>
          </p:txBody>
        </p:sp>
        <p:cxnSp>
          <p:nvCxnSpPr>
            <p:cNvPr id="102" name="Google Shape;102;p16"/>
            <p:cNvCxnSpPr/>
            <p:nvPr/>
          </p:nvCxnSpPr>
          <p:spPr>
            <a:xfrm>
              <a:off x="3417800" y="3570200"/>
              <a:ext cx="1145400" cy="10200"/>
            </a:xfrm>
            <a:prstGeom prst="straightConnector1">
              <a:avLst/>
            </a:prstGeom>
            <a:noFill/>
            <a:ln w="9525" cap="flat" cmpd="sng">
              <a:solidFill>
                <a:srgbClr val="1155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03" name="Google Shape;103;p16"/>
          <p:cNvGrpSpPr/>
          <p:nvPr/>
        </p:nvGrpSpPr>
        <p:grpSpPr>
          <a:xfrm>
            <a:off x="5322800" y="2043950"/>
            <a:ext cx="2142550" cy="1815350"/>
            <a:chOff x="5322800" y="2043950"/>
            <a:chExt cx="2142550" cy="1815350"/>
          </a:xfrm>
        </p:grpSpPr>
        <p:sp>
          <p:nvSpPr>
            <p:cNvPr id="104" name="Google Shape;104;p16"/>
            <p:cNvSpPr/>
            <p:nvPr/>
          </p:nvSpPr>
          <p:spPr>
            <a:xfrm>
              <a:off x="6456825" y="2043950"/>
              <a:ext cx="1008525" cy="1815350"/>
            </a:xfrm>
            <a:prstGeom prst="flowChartMagneticDisk">
              <a:avLst/>
            </a:prstGeom>
            <a:solidFill>
              <a:srgbClr val="CC4125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</a:rPr>
                <a:t>long</a:t>
              </a:r>
              <a:endParaRPr>
                <a:solidFill>
                  <a:schemeClr val="lt1"/>
                </a:solidFill>
              </a:endParaRPr>
            </a:p>
          </p:txBody>
        </p:sp>
        <p:cxnSp>
          <p:nvCxnSpPr>
            <p:cNvPr id="105" name="Google Shape;105;p16"/>
            <p:cNvCxnSpPr/>
            <p:nvPr/>
          </p:nvCxnSpPr>
          <p:spPr>
            <a:xfrm>
              <a:off x="5322800" y="3570200"/>
              <a:ext cx="1145400" cy="10200"/>
            </a:xfrm>
            <a:prstGeom prst="straightConnector1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0" y="4125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Casts</a:t>
            </a:r>
            <a:endParaRPr sz="2000" b="1"/>
          </a:p>
        </p:txBody>
      </p:sp>
      <p:pic>
        <p:nvPicPr>
          <p:cNvPr id="111" name="Google Shape;111;p17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 txBox="1"/>
          <p:nvPr/>
        </p:nvSpPr>
        <p:spPr>
          <a:xfrm>
            <a:off x="588600" y="921700"/>
            <a:ext cx="7966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Narrowing Casting (manually) - converting a larger type to a smaller size type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double -&gt; float -&gt; long -&gt; int -&gt; char -&gt; short -&gt; byte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3" name="Google Shape;113;p17"/>
          <p:cNvSpPr/>
          <p:nvPr/>
        </p:nvSpPr>
        <p:spPr>
          <a:xfrm flipH="1">
            <a:off x="1351425" y="2501150"/>
            <a:ext cx="1008525" cy="1815350"/>
          </a:xfrm>
          <a:prstGeom prst="flowChartMagneticDisk">
            <a:avLst/>
          </a:prstGeom>
          <a:solidFill>
            <a:srgbClr val="CC4125"/>
          </a:solidFill>
          <a:ln w="9525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long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14" name="Google Shape;114;p17"/>
          <p:cNvGrpSpPr/>
          <p:nvPr/>
        </p:nvGrpSpPr>
        <p:grpSpPr>
          <a:xfrm>
            <a:off x="5977050" y="3671050"/>
            <a:ext cx="1564500" cy="645450"/>
            <a:chOff x="5977050" y="3671050"/>
            <a:chExt cx="1564500" cy="645450"/>
          </a:xfrm>
        </p:grpSpPr>
        <p:sp>
          <p:nvSpPr>
            <p:cNvPr id="115" name="Google Shape;115;p17"/>
            <p:cNvSpPr/>
            <p:nvPr/>
          </p:nvSpPr>
          <p:spPr>
            <a:xfrm flipH="1">
              <a:off x="7124675" y="3671050"/>
              <a:ext cx="416875" cy="645450"/>
            </a:xfrm>
            <a:prstGeom prst="flowChartMagneticDisk">
              <a:avLst/>
            </a:prstGeom>
            <a:solidFill>
              <a:srgbClr val="38761D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</a:rPr>
                <a:t>byte</a:t>
              </a:r>
              <a:endParaRPr sz="800">
                <a:solidFill>
                  <a:schemeClr val="lt1"/>
                </a:solidFill>
              </a:endParaRPr>
            </a:p>
          </p:txBody>
        </p:sp>
        <p:cxnSp>
          <p:nvCxnSpPr>
            <p:cNvPr id="116" name="Google Shape;116;p17"/>
            <p:cNvCxnSpPr/>
            <p:nvPr/>
          </p:nvCxnSpPr>
          <p:spPr>
            <a:xfrm>
              <a:off x="5977050" y="4027400"/>
              <a:ext cx="1145400" cy="10200"/>
            </a:xfrm>
            <a:prstGeom prst="straightConnector1">
              <a:avLst/>
            </a:prstGeom>
            <a:noFill/>
            <a:ln w="9525" cap="flat" cmpd="sng">
              <a:solidFill>
                <a:srgbClr val="38761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17" name="Google Shape;117;p17"/>
          <p:cNvGrpSpPr/>
          <p:nvPr/>
        </p:nvGrpSpPr>
        <p:grpSpPr>
          <a:xfrm>
            <a:off x="4253575" y="3301250"/>
            <a:ext cx="1723625" cy="1015250"/>
            <a:chOff x="4253575" y="3301250"/>
            <a:chExt cx="1723625" cy="1015250"/>
          </a:xfrm>
        </p:grpSpPr>
        <p:sp>
          <p:nvSpPr>
            <p:cNvPr id="118" name="Google Shape;118;p17"/>
            <p:cNvSpPr/>
            <p:nvPr/>
          </p:nvSpPr>
          <p:spPr>
            <a:xfrm flipH="1">
              <a:off x="5398975" y="3301250"/>
              <a:ext cx="578225" cy="1015250"/>
            </a:xfrm>
            <a:prstGeom prst="flowChartMagneticDisk">
              <a:avLst/>
            </a:prstGeom>
            <a:solidFill>
              <a:srgbClr val="674EA7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</a:rPr>
                <a:t>short</a:t>
              </a:r>
              <a:endParaRPr sz="1000">
                <a:solidFill>
                  <a:schemeClr val="lt1"/>
                </a:solidFill>
              </a:endParaRPr>
            </a:p>
          </p:txBody>
        </p:sp>
        <p:cxnSp>
          <p:nvCxnSpPr>
            <p:cNvPr id="119" name="Google Shape;119;p17"/>
            <p:cNvCxnSpPr/>
            <p:nvPr/>
          </p:nvCxnSpPr>
          <p:spPr>
            <a:xfrm>
              <a:off x="4253575" y="4027400"/>
              <a:ext cx="1145400" cy="10200"/>
            </a:xfrm>
            <a:prstGeom prst="straightConnector1">
              <a:avLst/>
            </a:prstGeom>
            <a:noFill/>
            <a:ln w="9525" cap="flat" cmpd="sng">
              <a:solidFill>
                <a:srgbClr val="674EA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20" name="Google Shape;120;p17"/>
          <p:cNvGrpSpPr/>
          <p:nvPr/>
        </p:nvGrpSpPr>
        <p:grpSpPr>
          <a:xfrm>
            <a:off x="2348575" y="2877675"/>
            <a:ext cx="1902925" cy="1438825"/>
            <a:chOff x="2348575" y="2877675"/>
            <a:chExt cx="1902925" cy="1438825"/>
          </a:xfrm>
        </p:grpSpPr>
        <p:sp>
          <p:nvSpPr>
            <p:cNvPr id="121" name="Google Shape;121;p17"/>
            <p:cNvSpPr/>
            <p:nvPr/>
          </p:nvSpPr>
          <p:spPr>
            <a:xfrm flipH="1">
              <a:off x="3507425" y="2877675"/>
              <a:ext cx="744075" cy="1438825"/>
            </a:xfrm>
            <a:prstGeom prst="flowChartMagneticDisk">
              <a:avLst/>
            </a:prstGeom>
            <a:solidFill>
              <a:srgbClr val="3C78D8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</a:rPr>
                <a:t>int</a:t>
              </a:r>
              <a:endParaRPr sz="1200">
                <a:solidFill>
                  <a:schemeClr val="lt1"/>
                </a:solidFill>
              </a:endParaRPr>
            </a:p>
          </p:txBody>
        </p:sp>
        <p:cxnSp>
          <p:nvCxnSpPr>
            <p:cNvPr id="122" name="Google Shape;122;p17"/>
            <p:cNvCxnSpPr/>
            <p:nvPr/>
          </p:nvCxnSpPr>
          <p:spPr>
            <a:xfrm>
              <a:off x="2348575" y="4027400"/>
              <a:ext cx="1145400" cy="10200"/>
            </a:xfrm>
            <a:prstGeom prst="straightConnector1">
              <a:avLst/>
            </a:prstGeom>
            <a:noFill/>
            <a:ln w="9525" cap="flat" cmpd="sng">
              <a:solidFill>
                <a:srgbClr val="1155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19050" y="2285400"/>
            <a:ext cx="918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 u="sng" dirty="0">
                <a:solidFill>
                  <a:schemeClr val="hlink"/>
                </a:solidFill>
              </a:rPr>
              <a:t>Interview Questions</a:t>
            </a:r>
            <a:endParaRPr sz="2000" dirty="0"/>
          </a:p>
        </p:txBody>
      </p:sp>
      <p:pic>
        <p:nvPicPr>
          <p:cNvPr id="128" name="Google Shape;128;p18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Microsoft Office PowerPoint</Application>
  <PresentationFormat>On-screen Show (16:9)</PresentationFormat>
  <Paragraphs>38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Source Code Pro SemiBold</vt:lpstr>
      <vt:lpstr>Simple Light</vt:lpstr>
      <vt:lpstr>PowerPoint Presentation</vt:lpstr>
      <vt:lpstr>PowerPoint Presentation</vt:lpstr>
      <vt:lpstr>PowerPoint Presentation</vt:lpstr>
      <vt:lpstr>Casts</vt:lpstr>
      <vt:lpstr>Casts</vt:lpstr>
      <vt:lpstr>Interview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Пользователь</cp:lastModifiedBy>
  <cp:revision>1</cp:revision>
  <dcterms:modified xsi:type="dcterms:W3CDTF">2023-02-23T14:20:32Z</dcterms:modified>
</cp:coreProperties>
</file>