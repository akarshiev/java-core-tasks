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4" d="100"/>
          <a:sy n="114" d="100"/>
        </p:scale>
        <p:origin x="562" y="8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512876e585_0_3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512876e585_0_3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512876e585_0_3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512876e585_0_3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1512876e585_0_3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1512876e585_0_3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1512876e585_0_3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1512876e585_0_3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1512876e585_0_4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1512876e585_0_4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179c400b39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179c400b39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1512876e585_0_4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1512876e585_0_4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fff7286aad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fff7286aad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3"/>
        <p:cNvGrpSpPr/>
        <p:nvPr/>
      </p:nvGrpSpPr>
      <p:grpSpPr>
        <a:xfrm>
          <a:off x="0" y="0"/>
          <a:ext cx="0" cy="0"/>
          <a:chOff x="0" y="0"/>
          <a:chExt cx="0" cy="0"/>
        </a:xfrm>
      </p:grpSpPr>
      <p:pic>
        <p:nvPicPr>
          <p:cNvPr id="54" name="Google Shape;54;p13"/>
          <p:cNvPicPr preferRelativeResize="0"/>
          <p:nvPr/>
        </p:nvPicPr>
        <p:blipFill rotWithShape="1">
          <a:blip r:embed="rId3">
            <a:alphaModFix/>
          </a:blip>
          <a:srcRect t="33150" b="31095"/>
          <a:stretch/>
        </p:blipFill>
        <p:spPr>
          <a:xfrm>
            <a:off x="0" y="0"/>
            <a:ext cx="1304100" cy="466275"/>
          </a:xfrm>
          <a:prstGeom prst="rect">
            <a:avLst/>
          </a:prstGeom>
          <a:noFill/>
          <a:ln>
            <a:noFill/>
          </a:ln>
        </p:spPr>
      </p:pic>
      <p:sp>
        <p:nvSpPr>
          <p:cNvPr id="55" name="Google Shape;55;p13"/>
          <p:cNvSpPr txBox="1"/>
          <p:nvPr/>
        </p:nvSpPr>
        <p:spPr>
          <a:xfrm>
            <a:off x="740375" y="1886850"/>
            <a:ext cx="7733700" cy="5850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1200"/>
              </a:spcAft>
              <a:buNone/>
            </a:pPr>
            <a:r>
              <a:rPr lang="en" sz="2600" b="1"/>
              <a:t>Constructor</a:t>
            </a:r>
            <a:endParaRPr sz="2600" b="1">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9"/>
        <p:cNvGrpSpPr/>
        <p:nvPr/>
      </p:nvGrpSpPr>
      <p:grpSpPr>
        <a:xfrm>
          <a:off x="0" y="0"/>
          <a:ext cx="0" cy="0"/>
          <a:chOff x="0" y="0"/>
          <a:chExt cx="0" cy="0"/>
        </a:xfrm>
      </p:grpSpPr>
      <p:pic>
        <p:nvPicPr>
          <p:cNvPr id="60" name="Google Shape;60;p14"/>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61" name="Google Shape;61;p14"/>
          <p:cNvSpPr txBox="1"/>
          <p:nvPr/>
        </p:nvSpPr>
        <p:spPr>
          <a:xfrm>
            <a:off x="3027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What is Constructor</a:t>
            </a:r>
            <a:endParaRPr sz="2000"/>
          </a:p>
        </p:txBody>
      </p:sp>
      <p:sp>
        <p:nvSpPr>
          <p:cNvPr id="62" name="Google Shape;62;p14"/>
          <p:cNvSpPr txBox="1"/>
          <p:nvPr/>
        </p:nvSpPr>
        <p:spPr>
          <a:xfrm>
            <a:off x="869550" y="965725"/>
            <a:ext cx="7602300" cy="3201600"/>
          </a:xfrm>
          <a:prstGeom prst="rect">
            <a:avLst/>
          </a:prstGeom>
          <a:noFill/>
          <a:ln>
            <a:noFill/>
          </a:ln>
        </p:spPr>
        <p:txBody>
          <a:bodyPr spcFirstLastPara="1" wrap="square" lIns="91425" tIns="91425" rIns="91425" bIns="91425" anchor="t" anchorCtr="0">
            <a:spAutoFit/>
          </a:bodyPr>
          <a:lstStyle/>
          <a:p>
            <a:pPr marL="0" lvl="0" indent="457200" algn="l" rtl="0">
              <a:spcBef>
                <a:spcPts val="0"/>
              </a:spcBef>
              <a:spcAft>
                <a:spcPts val="0"/>
              </a:spcAft>
              <a:buClr>
                <a:schemeClr val="dk1"/>
              </a:buClr>
              <a:buSzPts val="1100"/>
              <a:buFont typeface="Arial"/>
              <a:buNone/>
            </a:pPr>
            <a:r>
              <a:rPr lang="en"/>
              <a:t>A constructor is used to create an object. Every class must be at least one constructor otherwise, no object can be created of the class.</a:t>
            </a:r>
            <a:endParaRPr/>
          </a:p>
          <a:p>
            <a:pPr marL="0" lvl="0" indent="457200" algn="l" rtl="0">
              <a:spcBef>
                <a:spcPts val="0"/>
              </a:spcBef>
              <a:spcAft>
                <a:spcPts val="0"/>
              </a:spcAft>
              <a:buClr>
                <a:schemeClr val="dk1"/>
              </a:buClr>
              <a:buSzPts val="1100"/>
              <a:buFont typeface="Arial"/>
              <a:buNone/>
            </a:pPr>
            <a:endParaRPr/>
          </a:p>
          <a:p>
            <a:pPr marL="0" lvl="0" indent="457200" algn="l" rtl="0">
              <a:spcBef>
                <a:spcPts val="0"/>
              </a:spcBef>
              <a:spcAft>
                <a:spcPts val="0"/>
              </a:spcAft>
              <a:buNone/>
            </a:pPr>
            <a:r>
              <a:rPr lang="en"/>
              <a:t>If you don’t explicitly define a constructor, the compiler automatically adds a default constructor inside the class. A constructor can be divided into two types, such as default constructor and user-defined constructor.</a:t>
            </a:r>
            <a:endParaRPr/>
          </a:p>
          <a:p>
            <a:pPr marL="0" lvl="0" indent="457200" algn="l" rtl="0">
              <a:spcBef>
                <a:spcPts val="0"/>
              </a:spcBef>
              <a:spcAft>
                <a:spcPts val="0"/>
              </a:spcAft>
              <a:buNone/>
            </a:pPr>
            <a:endParaRPr/>
          </a:p>
          <a:p>
            <a:pPr marL="457200" lvl="0" indent="-317500" algn="l" rtl="0">
              <a:spcBef>
                <a:spcPts val="0"/>
              </a:spcBef>
              <a:spcAft>
                <a:spcPts val="0"/>
              </a:spcAft>
              <a:buSzPts val="1400"/>
              <a:buChar char="●"/>
            </a:pPr>
            <a:r>
              <a:rPr lang="en"/>
              <a:t>Default Constructor.</a:t>
            </a:r>
            <a:endParaRPr/>
          </a:p>
          <a:p>
            <a:pPr marL="457200" lvl="0" indent="-317500" algn="l" rtl="0">
              <a:spcBef>
                <a:spcPts val="0"/>
              </a:spcBef>
              <a:spcAft>
                <a:spcPts val="0"/>
              </a:spcAft>
              <a:buSzPts val="1400"/>
              <a:buChar char="●"/>
            </a:pPr>
            <a:r>
              <a:rPr lang="en"/>
              <a:t>No-Arg Constructor.</a:t>
            </a:r>
            <a:endParaRPr/>
          </a:p>
          <a:p>
            <a:pPr marL="457200" lvl="0" indent="-317500" algn="l" rtl="0">
              <a:spcBef>
                <a:spcPts val="0"/>
              </a:spcBef>
              <a:spcAft>
                <a:spcPts val="0"/>
              </a:spcAft>
              <a:buSzPts val="1400"/>
              <a:buChar char="●"/>
            </a:pPr>
            <a:r>
              <a:rPr lang="en"/>
              <a:t>Parameterized Constructor.</a:t>
            </a:r>
            <a:endParaRPr/>
          </a:p>
          <a:p>
            <a:pPr marL="457200" lvl="0" indent="-317500" algn="l" rtl="0">
              <a:spcBef>
                <a:spcPts val="0"/>
              </a:spcBef>
              <a:spcAft>
                <a:spcPts val="0"/>
              </a:spcAft>
              <a:buSzPts val="1400"/>
              <a:buChar char="●"/>
            </a:pPr>
            <a:r>
              <a:rPr lang="en"/>
              <a:t>Copy Constructor.</a:t>
            </a:r>
            <a:endParaRPr/>
          </a:p>
          <a:p>
            <a:pPr marL="457200" lvl="0" indent="-317500" algn="l" rtl="0">
              <a:spcBef>
                <a:spcPts val="0"/>
              </a:spcBef>
              <a:spcAft>
                <a:spcPts val="0"/>
              </a:spcAft>
              <a:buSzPts val="1400"/>
              <a:buChar char="●"/>
            </a:pPr>
            <a:r>
              <a:rPr lang="en"/>
              <a:t>Compact Constructor (Record).</a:t>
            </a:r>
            <a:endParaRPr/>
          </a:p>
          <a:p>
            <a:pPr marL="457200" lvl="0" indent="-317500" algn="l" rtl="0">
              <a:spcBef>
                <a:spcPts val="0"/>
              </a:spcBef>
              <a:spcAft>
                <a:spcPts val="0"/>
              </a:spcAft>
              <a:buSzPts val="1400"/>
              <a:buChar char="●"/>
            </a:pPr>
            <a:r>
              <a:rPr lang="en"/>
              <a:t>Chaining Constructor.</a:t>
            </a:r>
            <a:endParaRPr/>
          </a:p>
          <a:p>
            <a:pPr marL="0" lvl="0" indent="457200" algn="l"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66"/>
        <p:cNvGrpSpPr/>
        <p:nvPr/>
      </p:nvGrpSpPr>
      <p:grpSpPr>
        <a:xfrm>
          <a:off x="0" y="0"/>
          <a:ext cx="0" cy="0"/>
          <a:chOff x="0" y="0"/>
          <a:chExt cx="0" cy="0"/>
        </a:xfrm>
      </p:grpSpPr>
      <p:pic>
        <p:nvPicPr>
          <p:cNvPr id="67" name="Google Shape;67;p15"/>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68" name="Google Shape;68;p15"/>
          <p:cNvSpPr txBox="1"/>
          <p:nvPr/>
        </p:nvSpPr>
        <p:spPr>
          <a:xfrm>
            <a:off x="3027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Default Constructor</a:t>
            </a:r>
            <a:endParaRPr sz="2000"/>
          </a:p>
        </p:txBody>
      </p:sp>
      <p:sp>
        <p:nvSpPr>
          <p:cNvPr id="69" name="Google Shape;69;p15"/>
          <p:cNvSpPr txBox="1"/>
          <p:nvPr/>
        </p:nvSpPr>
        <p:spPr>
          <a:xfrm>
            <a:off x="612325" y="965725"/>
            <a:ext cx="7859400" cy="831300"/>
          </a:xfrm>
          <a:prstGeom prst="rect">
            <a:avLst/>
          </a:prstGeom>
          <a:noFill/>
          <a:ln>
            <a:noFill/>
          </a:ln>
        </p:spPr>
        <p:txBody>
          <a:bodyPr spcFirstLastPara="1" wrap="square" lIns="91425" tIns="91425" rIns="91425" bIns="91425" anchor="t" anchorCtr="0">
            <a:spAutoFit/>
          </a:bodyPr>
          <a:lstStyle/>
          <a:p>
            <a:pPr marL="0" lvl="0" indent="457200" algn="l" rtl="0">
              <a:spcBef>
                <a:spcPts val="0"/>
              </a:spcBef>
              <a:spcAft>
                <a:spcPts val="0"/>
              </a:spcAft>
              <a:buNone/>
            </a:pPr>
            <a:r>
              <a:rPr lang="en"/>
              <a:t>The default constructor in Java initializes the data members of the class to their default values such as 0 for int, 0.0 for double etc. This constructor is implemented by default by the Java compiler if there is no explicit constructor implemented by the user for the class.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73"/>
        <p:cNvGrpSpPr/>
        <p:nvPr/>
      </p:nvGrpSpPr>
      <p:grpSpPr>
        <a:xfrm>
          <a:off x="0" y="0"/>
          <a:ext cx="0" cy="0"/>
          <a:chOff x="0" y="0"/>
          <a:chExt cx="0" cy="0"/>
        </a:xfrm>
      </p:grpSpPr>
      <p:pic>
        <p:nvPicPr>
          <p:cNvPr id="74" name="Google Shape;74;p16"/>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75" name="Google Shape;75;p16"/>
          <p:cNvSpPr txBox="1"/>
          <p:nvPr/>
        </p:nvSpPr>
        <p:spPr>
          <a:xfrm>
            <a:off x="3027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No-Arg Constructor</a:t>
            </a:r>
            <a:endParaRPr sz="2000"/>
          </a:p>
        </p:txBody>
      </p:sp>
      <p:sp>
        <p:nvSpPr>
          <p:cNvPr id="76" name="Google Shape;76;p16"/>
          <p:cNvSpPr txBox="1"/>
          <p:nvPr/>
        </p:nvSpPr>
        <p:spPr>
          <a:xfrm>
            <a:off x="612325" y="965725"/>
            <a:ext cx="7859400" cy="831300"/>
          </a:xfrm>
          <a:prstGeom prst="rect">
            <a:avLst/>
          </a:prstGeom>
          <a:noFill/>
          <a:ln>
            <a:noFill/>
          </a:ln>
        </p:spPr>
        <p:txBody>
          <a:bodyPr spcFirstLastPara="1" wrap="square" lIns="91425" tIns="91425" rIns="91425" bIns="91425" anchor="t" anchorCtr="0">
            <a:spAutoFit/>
          </a:bodyPr>
          <a:lstStyle/>
          <a:p>
            <a:pPr marL="0" lvl="0" indent="457200" algn="l" rtl="0">
              <a:spcBef>
                <a:spcPts val="0"/>
              </a:spcBef>
              <a:spcAft>
                <a:spcPts val="0"/>
              </a:spcAft>
              <a:buNone/>
            </a:pPr>
            <a:r>
              <a:rPr lang="en"/>
              <a:t>No-Arg Constructor - a constructor that does not accept any arguments. Parameterized constructor - a constructor that accepts arguments. Default Constructor - a constructor that is automatically created by the Java compiler if it is not explicitly defined.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80"/>
        <p:cNvGrpSpPr/>
        <p:nvPr/>
      </p:nvGrpSpPr>
      <p:grpSpPr>
        <a:xfrm>
          <a:off x="0" y="0"/>
          <a:ext cx="0" cy="0"/>
          <a:chOff x="0" y="0"/>
          <a:chExt cx="0" cy="0"/>
        </a:xfrm>
      </p:grpSpPr>
      <p:pic>
        <p:nvPicPr>
          <p:cNvPr id="81" name="Google Shape;81;p17"/>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82" name="Google Shape;82;p17"/>
          <p:cNvSpPr txBox="1"/>
          <p:nvPr/>
        </p:nvSpPr>
        <p:spPr>
          <a:xfrm>
            <a:off x="3027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Parameterized Constructor</a:t>
            </a:r>
            <a:endParaRPr sz="2000"/>
          </a:p>
        </p:txBody>
      </p:sp>
      <p:sp>
        <p:nvSpPr>
          <p:cNvPr id="83" name="Google Shape;83;p17"/>
          <p:cNvSpPr txBox="1"/>
          <p:nvPr/>
        </p:nvSpPr>
        <p:spPr>
          <a:xfrm>
            <a:off x="612325" y="965725"/>
            <a:ext cx="7859400" cy="831300"/>
          </a:xfrm>
          <a:prstGeom prst="rect">
            <a:avLst/>
          </a:prstGeom>
          <a:noFill/>
          <a:ln>
            <a:noFill/>
          </a:ln>
        </p:spPr>
        <p:txBody>
          <a:bodyPr spcFirstLastPara="1" wrap="square" lIns="91425" tIns="91425" rIns="91425" bIns="91425" anchor="t" anchorCtr="0">
            <a:spAutoFit/>
          </a:bodyPr>
          <a:lstStyle/>
          <a:p>
            <a:pPr marL="0" lvl="0" indent="457200" algn="l" rtl="0">
              <a:spcBef>
                <a:spcPts val="0"/>
              </a:spcBef>
              <a:spcAft>
                <a:spcPts val="0"/>
              </a:spcAft>
              <a:buNone/>
            </a:pPr>
            <a:r>
              <a:rPr lang="en"/>
              <a:t>A parameterized constructor accepts parameters with which you can initialize the instance variables. Using parameterized constructor, you can initialize the class variables dynamically at the time of instantiating the class with distinct values.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87"/>
        <p:cNvGrpSpPr/>
        <p:nvPr/>
      </p:nvGrpSpPr>
      <p:grpSpPr>
        <a:xfrm>
          <a:off x="0" y="0"/>
          <a:ext cx="0" cy="0"/>
          <a:chOff x="0" y="0"/>
          <a:chExt cx="0" cy="0"/>
        </a:xfrm>
      </p:grpSpPr>
      <p:pic>
        <p:nvPicPr>
          <p:cNvPr id="88" name="Google Shape;88;p18"/>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89" name="Google Shape;89;p18"/>
          <p:cNvSpPr txBox="1"/>
          <p:nvPr/>
        </p:nvSpPr>
        <p:spPr>
          <a:xfrm>
            <a:off x="3027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Copy Constructor</a:t>
            </a:r>
            <a:endParaRPr sz="2000"/>
          </a:p>
        </p:txBody>
      </p:sp>
      <p:sp>
        <p:nvSpPr>
          <p:cNvPr id="90" name="Google Shape;90;p18"/>
          <p:cNvSpPr txBox="1"/>
          <p:nvPr/>
        </p:nvSpPr>
        <p:spPr>
          <a:xfrm>
            <a:off x="612325" y="965725"/>
            <a:ext cx="7859400" cy="831300"/>
          </a:xfrm>
          <a:prstGeom prst="rect">
            <a:avLst/>
          </a:prstGeom>
          <a:noFill/>
          <a:ln>
            <a:noFill/>
          </a:ln>
        </p:spPr>
        <p:txBody>
          <a:bodyPr spcFirstLastPara="1" wrap="square" lIns="91425" tIns="91425" rIns="91425" bIns="91425" anchor="t" anchorCtr="0">
            <a:spAutoFit/>
          </a:bodyPr>
          <a:lstStyle/>
          <a:p>
            <a:pPr marL="0" lvl="0" indent="457200" algn="l" rtl="0">
              <a:spcBef>
                <a:spcPts val="0"/>
              </a:spcBef>
              <a:spcAft>
                <a:spcPts val="0"/>
              </a:spcAft>
              <a:buNone/>
            </a:pPr>
            <a:r>
              <a:rPr lang="en"/>
              <a:t>A copy constructor in a Java class is a constructor that creates an object using another object of the same Java class. That's helpful when we want to copy a complex object that has several fields, or when we want to make a deep copy of an existing object.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94"/>
        <p:cNvGrpSpPr/>
        <p:nvPr/>
      </p:nvGrpSpPr>
      <p:grpSpPr>
        <a:xfrm>
          <a:off x="0" y="0"/>
          <a:ext cx="0" cy="0"/>
          <a:chOff x="0" y="0"/>
          <a:chExt cx="0" cy="0"/>
        </a:xfrm>
      </p:grpSpPr>
      <p:pic>
        <p:nvPicPr>
          <p:cNvPr id="95" name="Google Shape;95;p19"/>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96" name="Google Shape;96;p19"/>
          <p:cNvSpPr txBox="1"/>
          <p:nvPr/>
        </p:nvSpPr>
        <p:spPr>
          <a:xfrm>
            <a:off x="3027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Chaining Constructor</a:t>
            </a:r>
            <a:endParaRPr sz="2000"/>
          </a:p>
        </p:txBody>
      </p:sp>
      <p:sp>
        <p:nvSpPr>
          <p:cNvPr id="97" name="Google Shape;97;p19"/>
          <p:cNvSpPr txBox="1"/>
          <p:nvPr/>
        </p:nvSpPr>
        <p:spPr>
          <a:xfrm>
            <a:off x="642300" y="798725"/>
            <a:ext cx="7859400" cy="831300"/>
          </a:xfrm>
          <a:prstGeom prst="rect">
            <a:avLst/>
          </a:prstGeom>
          <a:noFill/>
          <a:ln>
            <a:noFill/>
          </a:ln>
        </p:spPr>
        <p:txBody>
          <a:bodyPr spcFirstLastPara="1" wrap="square" lIns="91425" tIns="91425" rIns="91425" bIns="91425" anchor="t" anchorCtr="0">
            <a:spAutoFit/>
          </a:bodyPr>
          <a:lstStyle/>
          <a:p>
            <a:pPr marL="0" lvl="0" indent="457200" algn="l" rtl="0">
              <a:spcBef>
                <a:spcPts val="0"/>
              </a:spcBef>
              <a:spcAft>
                <a:spcPts val="0"/>
              </a:spcAft>
              <a:buNone/>
            </a:pPr>
            <a:r>
              <a:rPr lang="en"/>
              <a:t>Constructor chaining refers to the ability to call a constructor inside another constructor. You can use a constructor chain either within the same class or even with another one. For the latter, the constructor should be through inheritance from the super class.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01"/>
        <p:cNvGrpSpPr/>
        <p:nvPr/>
      </p:nvGrpSpPr>
      <p:grpSpPr>
        <a:xfrm>
          <a:off x="0" y="0"/>
          <a:ext cx="0" cy="0"/>
          <a:chOff x="0" y="0"/>
          <a:chExt cx="0" cy="0"/>
        </a:xfrm>
      </p:grpSpPr>
      <p:pic>
        <p:nvPicPr>
          <p:cNvPr id="102" name="Google Shape;102;p20"/>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103" name="Google Shape;103;p20"/>
          <p:cNvSpPr txBox="1"/>
          <p:nvPr/>
        </p:nvSpPr>
        <p:spPr>
          <a:xfrm>
            <a:off x="3027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Compact Constructor</a:t>
            </a:r>
            <a:endParaRPr sz="2000"/>
          </a:p>
        </p:txBody>
      </p:sp>
      <p:sp>
        <p:nvSpPr>
          <p:cNvPr id="104" name="Google Shape;104;p20"/>
          <p:cNvSpPr txBox="1"/>
          <p:nvPr/>
        </p:nvSpPr>
        <p:spPr>
          <a:xfrm>
            <a:off x="612325" y="965725"/>
            <a:ext cx="7859400" cy="831300"/>
          </a:xfrm>
          <a:prstGeom prst="rect">
            <a:avLst/>
          </a:prstGeom>
          <a:noFill/>
          <a:ln>
            <a:noFill/>
          </a:ln>
        </p:spPr>
        <p:txBody>
          <a:bodyPr spcFirstLastPara="1" wrap="square" lIns="91425" tIns="91425" rIns="91425" bIns="91425" anchor="t" anchorCtr="0">
            <a:spAutoFit/>
          </a:bodyPr>
          <a:lstStyle/>
          <a:p>
            <a:pPr marL="0" lvl="0" indent="457200" algn="l" rtl="0">
              <a:spcBef>
                <a:spcPts val="0"/>
              </a:spcBef>
              <a:spcAft>
                <a:spcPts val="0"/>
              </a:spcAft>
              <a:buNone/>
            </a:pPr>
            <a:r>
              <a:rPr lang="en"/>
              <a:t>If you want your record's constructor to do more than initialize its private fields, you can define a custom constructor for the record. However, unlike a class constructor, a record constructor doesn't have a formal parameter list; this is called a compact constructor.</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08"/>
        <p:cNvGrpSpPr/>
        <p:nvPr/>
      </p:nvGrpSpPr>
      <p:grpSpPr>
        <a:xfrm>
          <a:off x="0" y="0"/>
          <a:ext cx="0" cy="0"/>
          <a:chOff x="0" y="0"/>
          <a:chExt cx="0" cy="0"/>
        </a:xfrm>
      </p:grpSpPr>
      <p:sp>
        <p:nvSpPr>
          <p:cNvPr id="109" name="Google Shape;109;p21"/>
          <p:cNvSpPr txBox="1">
            <a:spLocks noGrp="1"/>
          </p:cNvSpPr>
          <p:nvPr>
            <p:ph type="title"/>
          </p:nvPr>
        </p:nvSpPr>
        <p:spPr>
          <a:xfrm>
            <a:off x="19050" y="2285400"/>
            <a:ext cx="9185100" cy="572700"/>
          </a:xfrm>
          <a:prstGeom prst="rect">
            <a:avLst/>
          </a:prstGeom>
        </p:spPr>
        <p:txBody>
          <a:bodyPr spcFirstLastPara="1" wrap="square" lIns="91425" tIns="91425" rIns="91425" bIns="91425" anchor="t" anchorCtr="0">
            <a:normAutofit fontScale="90000"/>
          </a:bodyPr>
          <a:lstStyle/>
          <a:p>
            <a:pPr marL="0" lvl="0" indent="0" algn="ctr" rtl="0">
              <a:lnSpc>
                <a:spcPct val="115000"/>
              </a:lnSpc>
              <a:spcBef>
                <a:spcPts val="1200"/>
              </a:spcBef>
              <a:spcAft>
                <a:spcPts val="1200"/>
              </a:spcAft>
              <a:buNone/>
            </a:pPr>
            <a:r>
              <a:rPr lang="en" sz="2000" b="1" u="sng" dirty="0">
                <a:solidFill>
                  <a:schemeClr val="hlink"/>
                </a:solidFill>
              </a:rPr>
              <a:t>Interview Questions</a:t>
            </a:r>
            <a:endParaRPr sz="2000" dirty="0"/>
          </a:p>
        </p:txBody>
      </p:sp>
      <p:pic>
        <p:nvPicPr>
          <p:cNvPr id="110" name="Google Shape;110;p21"/>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377</Words>
  <Application>Microsoft Office PowerPoint</Application>
  <PresentationFormat>On-screen Show (16:9)</PresentationFormat>
  <Paragraphs>25</Paragraphs>
  <Slides>9</Slides>
  <Notes>9</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9</vt:i4>
      </vt:variant>
    </vt:vector>
  </HeadingPairs>
  <TitlesOfParts>
    <vt:vector size="11" baseType="lpstr">
      <vt:lpstr>Arial</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Interview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Пользователь</cp:lastModifiedBy>
  <cp:revision>1</cp:revision>
  <dcterms:modified xsi:type="dcterms:W3CDTF">2023-02-23T14:14:32Z</dcterms:modified>
</cp:coreProperties>
</file>