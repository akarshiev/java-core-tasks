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7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  <p:guide orient="horz"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25a43747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25a43747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936dd8a54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936dd8a54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90b162a6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90b162a6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7c3f4ea9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7c3f4ea9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8875" y="2191650"/>
            <a:ext cx="873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>
                <a:solidFill>
                  <a:schemeClr val="dk1"/>
                </a:solidFill>
              </a:rPr>
              <a:t>Method Parameters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Passing by value Passing By Reference</a:t>
            </a:r>
            <a:endParaRPr sz="2000" b="1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34750" y="837425"/>
            <a:ext cx="79221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 by Value: The method parameter values are copied to another variable and then the copied object is passed, that's why it's called pass by value. Pass by Reference: An alias or reference to the actual parameter is passed to the method, that's why it's called pass by reference.</a:t>
            </a:r>
            <a:endParaRPr/>
          </a:p>
          <a:p>
            <a:pPr marL="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0000"/>
                </a:solidFill>
              </a:rPr>
              <a:t>Java doesn't support Pass by reference</a:t>
            </a:r>
            <a:r>
              <a:rPr lang="en"/>
              <a:t>. Instead of passing only the value part of a variable, Java passes a reference to the original object for non-primitive. For primitive types, Java makes a copy of the variables and sends it to the function.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Variable Arguments (Varargs)</a:t>
            </a:r>
            <a:endParaRPr sz="2000"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34750" y="837425"/>
            <a:ext cx="79221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Arguments (Varargs) in Java is a method that takes a variable number of arguments. Variable Arguments in Java simplifies the creation of methods that need to take a variable number of arguments(</a:t>
            </a:r>
            <a:r>
              <a:rPr lang="en" b="1"/>
              <a:t>Since 1.5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On-screen Show (16:9)</PresentationFormat>
  <Paragraphs>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PowerPoint Presentation</vt:lpstr>
      <vt:lpstr>Passing by value Passing By Reference</vt:lpstr>
      <vt:lpstr>Variable Arguments (Varargs)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2023-02-23T14:22:09Z</dcterms:modified>
</cp:coreProperties>
</file>