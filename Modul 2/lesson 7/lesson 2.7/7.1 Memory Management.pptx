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7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  <p:guide orient="horz" pos="5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25a43747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25a43747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93028f02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93028f02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936dd8a5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936dd8a5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7c29303f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7c29303fb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0" y="0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28875" y="2191650"/>
            <a:ext cx="8731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 b="1">
                <a:solidFill>
                  <a:schemeClr val="dk1"/>
                </a:solidFill>
              </a:rPr>
              <a:t>Memory management</a:t>
            </a:r>
            <a:endParaRPr sz="26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268575" y="4083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Java memory management</a:t>
            </a:r>
            <a:endParaRPr sz="2000" b="1"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749100" y="826850"/>
            <a:ext cx="7707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process of allocation and deallocation of objects, called Memory management. Java does memory management automatically. Java uses an automatic memory management system called a garbage collector. Thus, we are not required to implement memory management logic in our application.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38700" y="391850"/>
            <a:ext cx="846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JVM Memory Structure</a:t>
            </a:r>
            <a:endParaRPr sz="2000" b="1"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15"/>
          <p:cNvGrpSpPr/>
          <p:nvPr/>
        </p:nvGrpSpPr>
        <p:grpSpPr>
          <a:xfrm>
            <a:off x="1003675" y="1151125"/>
            <a:ext cx="7009500" cy="2835300"/>
            <a:chOff x="1003675" y="1455925"/>
            <a:chExt cx="7009500" cy="2835300"/>
          </a:xfrm>
        </p:grpSpPr>
        <p:sp>
          <p:nvSpPr>
            <p:cNvPr id="70" name="Google Shape;70;p15"/>
            <p:cNvSpPr/>
            <p:nvPr/>
          </p:nvSpPr>
          <p:spPr>
            <a:xfrm>
              <a:off x="1003675" y="1455925"/>
              <a:ext cx="7009500" cy="2835300"/>
            </a:xfrm>
            <a:prstGeom prst="rect">
              <a:avLst/>
            </a:prstGeom>
            <a:solidFill>
              <a:srgbClr val="9FC5E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1" name="Google Shape;71;p15"/>
            <p:cNvGrpSpPr/>
            <p:nvPr/>
          </p:nvGrpSpPr>
          <p:grpSpPr>
            <a:xfrm>
              <a:off x="1132675" y="1596475"/>
              <a:ext cx="6751500" cy="2199600"/>
              <a:chOff x="1604375" y="1588250"/>
              <a:chExt cx="6751500" cy="2199600"/>
            </a:xfrm>
          </p:grpSpPr>
          <p:sp>
            <p:nvSpPr>
              <p:cNvPr id="72" name="Google Shape;72;p15"/>
              <p:cNvSpPr/>
              <p:nvPr/>
            </p:nvSpPr>
            <p:spPr>
              <a:xfrm>
                <a:off x="1604375" y="1588250"/>
                <a:ext cx="1265100" cy="2199600"/>
              </a:xfrm>
              <a:prstGeom prst="rect">
                <a:avLst/>
              </a:prstGeom>
              <a:solidFill>
                <a:srgbClr val="38761D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</a:rPr>
                  <a:t>Heap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2975975" y="1588250"/>
                <a:ext cx="1265100" cy="2199600"/>
              </a:xfrm>
              <a:prstGeom prst="rect">
                <a:avLst/>
              </a:prstGeom>
              <a:solidFill>
                <a:srgbClr val="674EA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</a:rPr>
                  <a:t>Method Area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4347575" y="1588250"/>
                <a:ext cx="1265100" cy="2199600"/>
              </a:xfrm>
              <a:prstGeom prst="rect">
                <a:avLst/>
              </a:prstGeom>
              <a:solidFill>
                <a:srgbClr val="BF90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</a:rPr>
                  <a:t>Stack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5719175" y="1588250"/>
                <a:ext cx="1265100" cy="2199600"/>
              </a:xfrm>
              <a:prstGeom prst="rect">
                <a:avLst/>
              </a:prstGeom>
              <a:solidFill>
                <a:srgbClr val="9900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</a:rPr>
                  <a:t>Native method</a:t>
                </a:r>
                <a:endParaRPr>
                  <a:solidFill>
                    <a:schemeClr val="lt1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</a:rPr>
                  <a:t>Area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7090775" y="1588250"/>
                <a:ext cx="1265100" cy="2199600"/>
              </a:xfrm>
              <a:prstGeom prst="rect">
                <a:avLst/>
              </a:prstGeom>
              <a:solidFill>
                <a:srgbClr val="1155C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</a:rPr>
                  <a:t>PC Registers</a:t>
                </a: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77" name="Google Shape;77;p15"/>
          <p:cNvSpPr txBox="1"/>
          <p:nvPr/>
        </p:nvSpPr>
        <p:spPr>
          <a:xfrm>
            <a:off x="335250" y="4656875"/>
            <a:ext cx="847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990000"/>
                </a:solidFill>
              </a:rPr>
              <a:t>Note:</a:t>
            </a:r>
            <a:r>
              <a:rPr lang="en" sz="1200">
                <a:solidFill>
                  <a:srgbClr val="990000"/>
                </a:solidFill>
              </a:rPr>
              <a:t> The heap area is one of the most important memory areas of JVM. All the java objects are stored in heap area.</a:t>
            </a:r>
            <a:endParaRPr sz="1200">
              <a:solidFill>
                <a:srgbClr val="990000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2835775" y="3510025"/>
            <a:ext cx="334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JVM memory parts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19050" y="2285400"/>
            <a:ext cx="918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 u="sng" dirty="0">
                <a:solidFill>
                  <a:schemeClr val="hlink"/>
                </a:solidFill>
              </a:rPr>
              <a:t>Interview Questions</a:t>
            </a:r>
            <a:endParaRPr sz="2000" dirty="0"/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On-screen Show (16:9)</PresentationFormat>
  <Paragraphs>13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PowerPoint Presentation</vt:lpstr>
      <vt:lpstr>Java memory management</vt:lpstr>
      <vt:lpstr>JVM Memory Structure</vt:lpstr>
      <vt:lpstr>Interview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2023-02-23T14:21:30Z</dcterms:modified>
</cp:coreProperties>
</file>