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Source Code Pro" panose="020B0509030403020204" pitchFamily="49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29efe76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29efe76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29efe7625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29efe7625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f155862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f155862d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6cb5dfc7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6cb5dfc7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28875" y="1886850"/>
            <a:ext cx="873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/>
              <a:t>Overloading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Overloading</a:t>
            </a:r>
            <a:endParaRPr sz="2000" b="1"/>
          </a:p>
        </p:txBody>
      </p:sp>
      <p:sp>
        <p:nvSpPr>
          <p:cNvPr id="62" name="Google Shape;62;p14"/>
          <p:cNvSpPr txBox="1"/>
          <p:nvPr/>
        </p:nvSpPr>
        <p:spPr>
          <a:xfrm>
            <a:off x="692850" y="940600"/>
            <a:ext cx="7758300" cy="20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polymorphism that exhibited during compilation is called static polymorphism in java. In static polymorphism, the behavior of a method is decided at compile-time.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Hence, Java compiler binds method calls with method definition/body during compilation. Therefore, this type of polymorphism is also called compile-time polymorphism in Java.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Method Signature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When to use Method overloading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Automatic Type Promotion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0" y="30612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Method definition</a:t>
            </a:r>
            <a:endParaRPr sz="2000" b="1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781375" y="1237050"/>
            <a:ext cx="3216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➔"/>
            </a:pPr>
            <a:r>
              <a:rPr lang="en" b="1">
                <a:solidFill>
                  <a:srgbClr val="6AA84F"/>
                </a:solidFill>
              </a:rPr>
              <a:t>method declaration (header)</a:t>
            </a:r>
            <a:endParaRPr b="1">
              <a:solidFill>
                <a:srgbClr val="6AA84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Char char="◆"/>
            </a:pPr>
            <a:r>
              <a:rPr lang="en" b="1">
                <a:solidFill>
                  <a:srgbClr val="990000"/>
                </a:solidFill>
              </a:rPr>
              <a:t>Access modifier</a:t>
            </a:r>
            <a:endParaRPr b="1">
              <a:solidFill>
                <a:srgbClr val="99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Char char="◆"/>
            </a:pPr>
            <a:r>
              <a:rPr lang="en" b="1">
                <a:solidFill>
                  <a:srgbClr val="00FFFF"/>
                </a:solidFill>
              </a:rPr>
              <a:t>Return type</a:t>
            </a:r>
            <a:endParaRPr b="1">
              <a:solidFill>
                <a:srgbClr val="00FF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400"/>
              <a:buChar char="◆"/>
            </a:pPr>
            <a:r>
              <a:rPr lang="en" b="1">
                <a:solidFill>
                  <a:srgbClr val="9900FF"/>
                </a:solidFill>
              </a:rPr>
              <a:t>Method name</a:t>
            </a:r>
            <a:endParaRPr b="1">
              <a:solidFill>
                <a:srgbClr val="9900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400"/>
              <a:buChar char="◆"/>
            </a:pPr>
            <a:r>
              <a:rPr lang="en" b="1">
                <a:solidFill>
                  <a:srgbClr val="FFD966"/>
                </a:solidFill>
              </a:rPr>
              <a:t>Input parameters</a:t>
            </a:r>
            <a:endParaRPr b="1">
              <a:solidFill>
                <a:srgbClr val="FFD966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400"/>
              <a:buChar char="➔"/>
            </a:pPr>
            <a:r>
              <a:rPr lang="en" b="1">
                <a:solidFill>
                  <a:srgbClr val="6D9EEB"/>
                </a:solidFill>
              </a:rPr>
              <a:t>method body</a:t>
            </a:r>
            <a:endParaRPr b="1">
              <a:solidFill>
                <a:srgbClr val="6D9EEB"/>
              </a:solidFill>
            </a:endParaRPr>
          </a:p>
        </p:txBody>
      </p:sp>
      <p:grpSp>
        <p:nvGrpSpPr>
          <p:cNvPr id="70" name="Google Shape;70;p15"/>
          <p:cNvGrpSpPr/>
          <p:nvPr/>
        </p:nvGrpSpPr>
        <p:grpSpPr>
          <a:xfrm>
            <a:off x="1163025" y="1259250"/>
            <a:ext cx="3237000" cy="1427700"/>
            <a:chOff x="1163025" y="1259250"/>
            <a:chExt cx="3237000" cy="1427700"/>
          </a:xfrm>
        </p:grpSpPr>
        <p:sp>
          <p:nvSpPr>
            <p:cNvPr id="71" name="Google Shape;71;p15"/>
            <p:cNvSpPr txBox="1"/>
            <p:nvPr/>
          </p:nvSpPr>
          <p:spPr>
            <a:xfrm>
              <a:off x="1163025" y="1259250"/>
              <a:ext cx="3237000" cy="4002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98000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public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</a:t>
              </a:r>
              <a:r>
                <a:rPr lang="en" b="1">
                  <a:solidFill>
                    <a:srgbClr val="00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int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</a:t>
              </a:r>
              <a:r>
                <a:rPr lang="en" b="1">
                  <a:solidFill>
                    <a:srgbClr val="9900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add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(</a:t>
              </a:r>
              <a:r>
                <a:rPr lang="en" b="1">
                  <a:solidFill>
                    <a:srgbClr val="FFFF0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int x, int y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)</a:t>
              </a:r>
              <a:endParaRPr b="1"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1163025" y="1640250"/>
              <a:ext cx="3237000" cy="1046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{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   int result = x + y;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   return result;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}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sp>
        <p:nvSpPr>
          <p:cNvPr id="73" name="Google Shape;73;p15"/>
          <p:cNvSpPr/>
          <p:nvPr/>
        </p:nvSpPr>
        <p:spPr>
          <a:xfrm rot="5400000">
            <a:off x="3189400" y="314475"/>
            <a:ext cx="244800" cy="17856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On-screen Show (16:9)</PresentationFormat>
  <Paragraphs>22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Source Code Pro</vt:lpstr>
      <vt:lpstr>Simple Light</vt:lpstr>
      <vt:lpstr>PowerPoint Presentation</vt:lpstr>
      <vt:lpstr>PowerPoint Presentation</vt:lpstr>
      <vt:lpstr>PowerPoint Presentation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2023-02-23T14:18:06Z</dcterms:modified>
</cp:coreProperties>
</file>