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29efe762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29efe762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29efe7625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29efe7625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6cb5dfc75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6cb5dfc75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0" y="0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28875" y="1886850"/>
            <a:ext cx="8731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 b="1"/>
              <a:t>Access modifiers in case of Overriding</a:t>
            </a:r>
            <a:endParaRPr sz="26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02725" y="306125"/>
            <a:ext cx="85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Access modifiers in case of Overriding</a:t>
            </a:r>
            <a:endParaRPr sz="2000" b="1"/>
          </a:p>
        </p:txBody>
      </p:sp>
      <p:sp>
        <p:nvSpPr>
          <p:cNvPr id="62" name="Google Shape;62;p14"/>
          <p:cNvSpPr txBox="1"/>
          <p:nvPr/>
        </p:nvSpPr>
        <p:spPr>
          <a:xfrm>
            <a:off x="692850" y="940600"/>
            <a:ext cx="77583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 overridden method can have a different access modifier but it cannot lower the access scope.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Methods declared public in a superclass also must be public in all subclasses.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Methods declared protected in a superclass must either be protected or public in subclasses; they cannot be private.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Methods declared private are not inherited at all, so there is no rule for them.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19050" y="2285400"/>
            <a:ext cx="918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 u="sng" dirty="0">
                <a:solidFill>
                  <a:schemeClr val="hlink"/>
                </a:solidFill>
              </a:rPr>
              <a:t>Interview Questions</a:t>
            </a:r>
            <a:endParaRPr sz="2000" dirty="0"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On-screen Show (16:9)</PresentationFormat>
  <Paragraphs>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PowerPoint Presentation</vt:lpstr>
      <vt:lpstr>PowerPoint Presentation</vt:lpstr>
      <vt:lpstr>Interview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2023-02-23T14:18:32Z</dcterms:modified>
</cp:coreProperties>
</file>