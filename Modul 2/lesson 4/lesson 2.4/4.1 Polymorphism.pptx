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529efe762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529efe762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29efe762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29efe762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811ca39d2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811ca39d2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7e79bc38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7e79bc38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6cb5dfc75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6cb5dfc75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0" y="0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28875" y="1886850"/>
            <a:ext cx="8731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00" b="1"/>
              <a:t>Polymorphism</a:t>
            </a:r>
            <a:endParaRPr sz="26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02725" y="306125"/>
            <a:ext cx="856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Polymorphism</a:t>
            </a:r>
            <a:endParaRPr sz="2000"/>
          </a:p>
        </p:txBody>
      </p:sp>
      <p:sp>
        <p:nvSpPr>
          <p:cNvPr id="62" name="Google Shape;62;p14"/>
          <p:cNvSpPr txBox="1"/>
          <p:nvPr/>
        </p:nvSpPr>
        <p:spPr>
          <a:xfrm>
            <a:off x="626175" y="797375"/>
            <a:ext cx="78540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Polymorphism is the ability of an object to take on different forms. In Java, polymorphism refers to the ability of a class to provide different implementations of a method, depending on the type of object that is passed to the method.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 individual can have different relationships with different people. A woman can be a mother, a daughter, a sister, a friend, all at the same time, i.e. she performs other behaviours in different situations.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human body has different organs. Every organ has a different function to perform; the heart is responsible for blood flow, lungs for breathing, brain for cognitive activity, and kidneys for excretion. So we have a standard method function that performs differently depending upon the organ of the body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302725" y="306125"/>
            <a:ext cx="856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Polymorphism</a:t>
            </a:r>
            <a:endParaRPr sz="2000"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4">
            <a:alphaModFix/>
          </a:blip>
          <a:srcRect t="9297"/>
          <a:stretch/>
        </p:blipFill>
        <p:spPr>
          <a:xfrm>
            <a:off x="2129862" y="798725"/>
            <a:ext cx="4884286" cy="4403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02725" y="306125"/>
            <a:ext cx="8565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/>
              <a:t>Types of Polymorphism</a:t>
            </a:r>
            <a:endParaRPr sz="2600" b="1"/>
          </a:p>
        </p:txBody>
      </p:sp>
      <p:sp>
        <p:nvSpPr>
          <p:cNvPr id="76" name="Google Shape;76;p16"/>
          <p:cNvSpPr txBox="1"/>
          <p:nvPr/>
        </p:nvSpPr>
        <p:spPr>
          <a:xfrm>
            <a:off x="626175" y="797375"/>
            <a:ext cx="785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</a:endParaRPr>
          </a:p>
        </p:txBody>
      </p:sp>
      <p:grpSp>
        <p:nvGrpSpPr>
          <p:cNvPr id="77" name="Google Shape;77;p16"/>
          <p:cNvGrpSpPr/>
          <p:nvPr/>
        </p:nvGrpSpPr>
        <p:grpSpPr>
          <a:xfrm>
            <a:off x="2184900" y="1333825"/>
            <a:ext cx="4774200" cy="1449200"/>
            <a:chOff x="1535850" y="1197575"/>
            <a:chExt cx="4774200" cy="1449200"/>
          </a:xfrm>
        </p:grpSpPr>
        <p:sp>
          <p:nvSpPr>
            <p:cNvPr id="78" name="Google Shape;78;p16"/>
            <p:cNvSpPr/>
            <p:nvPr/>
          </p:nvSpPr>
          <p:spPr>
            <a:xfrm>
              <a:off x="2793150" y="1197575"/>
              <a:ext cx="2259600" cy="466200"/>
            </a:xfrm>
            <a:prstGeom prst="roundRect">
              <a:avLst>
                <a:gd name="adj" fmla="val 16667"/>
              </a:avLst>
            </a:prstGeom>
            <a:solidFill>
              <a:srgbClr val="3876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lt1"/>
                  </a:solidFill>
                </a:rPr>
                <a:t>polymorphism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4050450" y="2180575"/>
              <a:ext cx="2259600" cy="466200"/>
            </a:xfrm>
            <a:prstGeom prst="roundRect">
              <a:avLst>
                <a:gd name="adj" fmla="val 16667"/>
              </a:avLst>
            </a:pr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lt1"/>
                  </a:solidFill>
                </a:rPr>
                <a:t>dynamic/runtime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80" name="Google Shape;80;p16"/>
            <p:cNvSpPr/>
            <p:nvPr/>
          </p:nvSpPr>
          <p:spPr>
            <a:xfrm>
              <a:off x="1535850" y="2180575"/>
              <a:ext cx="2259600" cy="466200"/>
            </a:xfrm>
            <a:prstGeom prst="roundRect">
              <a:avLst>
                <a:gd name="adj" fmla="val 16667"/>
              </a:avLst>
            </a:prstGeom>
            <a:solidFill>
              <a:srgbClr val="351C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lt1"/>
                  </a:solidFill>
                </a:rPr>
                <a:t>static/compile-time</a:t>
              </a:r>
              <a:endParaRPr b="1">
                <a:solidFill>
                  <a:schemeClr val="lt1"/>
                </a:solidFill>
              </a:endParaRPr>
            </a:p>
          </p:txBody>
        </p:sp>
        <p:cxnSp>
          <p:nvCxnSpPr>
            <p:cNvPr id="81" name="Google Shape;81;p16"/>
            <p:cNvCxnSpPr>
              <a:stCxn id="78" idx="2"/>
              <a:endCxn id="80" idx="0"/>
            </p:cNvCxnSpPr>
            <p:nvPr/>
          </p:nvCxnSpPr>
          <p:spPr>
            <a:xfrm rot="5400000">
              <a:off x="3035850" y="1293575"/>
              <a:ext cx="516900" cy="1257300"/>
            </a:xfrm>
            <a:prstGeom prst="bentConnector3">
              <a:avLst>
                <a:gd name="adj1" fmla="val 4999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2" name="Google Shape;82;p16"/>
            <p:cNvCxnSpPr>
              <a:stCxn id="78" idx="2"/>
              <a:endCxn id="79" idx="0"/>
            </p:cNvCxnSpPr>
            <p:nvPr/>
          </p:nvCxnSpPr>
          <p:spPr>
            <a:xfrm rot="-5400000" flipH="1">
              <a:off x="4293150" y="1293575"/>
              <a:ext cx="516900" cy="1257300"/>
            </a:xfrm>
            <a:prstGeom prst="bentConnector3">
              <a:avLst>
                <a:gd name="adj1" fmla="val 4999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83" name="Google Shape;83;p16"/>
          <p:cNvGrpSpPr/>
          <p:nvPr/>
        </p:nvGrpSpPr>
        <p:grpSpPr>
          <a:xfrm>
            <a:off x="2184900" y="2783025"/>
            <a:ext cx="2259600" cy="914400"/>
            <a:chOff x="1535850" y="2646775"/>
            <a:chExt cx="2259600" cy="914400"/>
          </a:xfrm>
        </p:grpSpPr>
        <p:sp>
          <p:nvSpPr>
            <p:cNvPr id="84" name="Google Shape;84;p16"/>
            <p:cNvSpPr/>
            <p:nvPr/>
          </p:nvSpPr>
          <p:spPr>
            <a:xfrm>
              <a:off x="1535850" y="3094975"/>
              <a:ext cx="2259600" cy="466200"/>
            </a:xfrm>
            <a:prstGeom prst="roundRect">
              <a:avLst>
                <a:gd name="adj" fmla="val 16667"/>
              </a:avLst>
            </a:prstGeom>
            <a:solidFill>
              <a:srgbClr val="8E7C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lt1"/>
                  </a:solidFill>
                </a:rPr>
                <a:t>overloading</a:t>
              </a:r>
              <a:endParaRPr b="1">
                <a:solidFill>
                  <a:schemeClr val="lt1"/>
                </a:solidFill>
              </a:endParaRPr>
            </a:p>
          </p:txBody>
        </p:sp>
        <p:cxnSp>
          <p:nvCxnSpPr>
            <p:cNvPr id="85" name="Google Shape;85;p16"/>
            <p:cNvCxnSpPr>
              <a:stCxn id="80" idx="2"/>
              <a:endCxn id="84" idx="0"/>
            </p:cNvCxnSpPr>
            <p:nvPr/>
          </p:nvCxnSpPr>
          <p:spPr>
            <a:xfrm>
              <a:off x="2665650" y="2646775"/>
              <a:ext cx="0" cy="448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86" name="Google Shape;86;p16"/>
          <p:cNvGrpSpPr/>
          <p:nvPr/>
        </p:nvGrpSpPr>
        <p:grpSpPr>
          <a:xfrm>
            <a:off x="4699500" y="2783025"/>
            <a:ext cx="2259600" cy="914400"/>
            <a:chOff x="4050450" y="2646775"/>
            <a:chExt cx="2259600" cy="914400"/>
          </a:xfrm>
        </p:grpSpPr>
        <p:sp>
          <p:nvSpPr>
            <p:cNvPr id="87" name="Google Shape;87;p16"/>
            <p:cNvSpPr/>
            <p:nvPr/>
          </p:nvSpPr>
          <p:spPr>
            <a:xfrm>
              <a:off x="4050450" y="3094975"/>
              <a:ext cx="2259600" cy="466200"/>
            </a:xfrm>
            <a:prstGeom prst="roundRect">
              <a:avLst>
                <a:gd name="adj" fmla="val 16667"/>
              </a:avLst>
            </a:prstGeom>
            <a:solidFill>
              <a:srgbClr val="F6B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lt1"/>
                  </a:solidFill>
                </a:rPr>
                <a:t>overriding</a:t>
              </a:r>
              <a:endParaRPr b="1">
                <a:solidFill>
                  <a:schemeClr val="lt1"/>
                </a:solidFill>
              </a:endParaRPr>
            </a:p>
          </p:txBody>
        </p:sp>
        <p:cxnSp>
          <p:nvCxnSpPr>
            <p:cNvPr id="88" name="Google Shape;88;p16"/>
            <p:cNvCxnSpPr>
              <a:stCxn id="79" idx="2"/>
              <a:endCxn id="87" idx="0"/>
            </p:cNvCxnSpPr>
            <p:nvPr/>
          </p:nvCxnSpPr>
          <p:spPr>
            <a:xfrm>
              <a:off x="5180250" y="2646775"/>
              <a:ext cx="0" cy="448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89" name="Google Shape;89;p16"/>
          <p:cNvGrpSpPr/>
          <p:nvPr/>
        </p:nvGrpSpPr>
        <p:grpSpPr>
          <a:xfrm>
            <a:off x="2184900" y="3697425"/>
            <a:ext cx="2259600" cy="1027800"/>
            <a:chOff x="2184900" y="3697425"/>
            <a:chExt cx="2259600" cy="1027800"/>
          </a:xfrm>
        </p:grpSpPr>
        <p:sp>
          <p:nvSpPr>
            <p:cNvPr id="90" name="Google Shape;90;p16"/>
            <p:cNvSpPr/>
            <p:nvPr/>
          </p:nvSpPr>
          <p:spPr>
            <a:xfrm>
              <a:off x="2184900" y="4259025"/>
              <a:ext cx="2259600" cy="466200"/>
            </a:xfrm>
            <a:prstGeom prst="roundRect">
              <a:avLst>
                <a:gd name="adj" fmla="val 16667"/>
              </a:avLst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chemeClr val="lt1"/>
                  </a:solidFill>
                </a:rPr>
                <a:t>Static/Early Binding</a:t>
              </a:r>
              <a:endParaRPr b="1">
                <a:solidFill>
                  <a:schemeClr val="lt1"/>
                </a:solidFill>
              </a:endParaRPr>
            </a:p>
          </p:txBody>
        </p:sp>
        <p:cxnSp>
          <p:nvCxnSpPr>
            <p:cNvPr id="91" name="Google Shape;91;p16"/>
            <p:cNvCxnSpPr>
              <a:stCxn id="84" idx="2"/>
              <a:endCxn id="90" idx="0"/>
            </p:cNvCxnSpPr>
            <p:nvPr/>
          </p:nvCxnSpPr>
          <p:spPr>
            <a:xfrm rot="-5400000" flipH="1">
              <a:off x="3034200" y="3977925"/>
              <a:ext cx="561600" cy="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92" name="Google Shape;92;p16"/>
          <p:cNvGrpSpPr/>
          <p:nvPr/>
        </p:nvGrpSpPr>
        <p:grpSpPr>
          <a:xfrm>
            <a:off x="4699500" y="3697425"/>
            <a:ext cx="2259600" cy="1027800"/>
            <a:chOff x="4699500" y="3697425"/>
            <a:chExt cx="2259600" cy="1027800"/>
          </a:xfrm>
        </p:grpSpPr>
        <p:sp>
          <p:nvSpPr>
            <p:cNvPr id="93" name="Google Shape;93;p16"/>
            <p:cNvSpPr/>
            <p:nvPr/>
          </p:nvSpPr>
          <p:spPr>
            <a:xfrm>
              <a:off x="4699500" y="4259025"/>
              <a:ext cx="2259600" cy="466200"/>
            </a:xfrm>
            <a:prstGeom prst="roundRect">
              <a:avLst>
                <a:gd name="adj" fmla="val 16667"/>
              </a:avLst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lt1"/>
                  </a:solidFill>
                </a:rPr>
                <a:t>Dynamic/Late Binding</a:t>
              </a:r>
              <a:endParaRPr b="1">
                <a:solidFill>
                  <a:schemeClr val="lt1"/>
                </a:solidFill>
              </a:endParaRPr>
            </a:p>
          </p:txBody>
        </p:sp>
        <p:cxnSp>
          <p:nvCxnSpPr>
            <p:cNvPr id="94" name="Google Shape;94;p16"/>
            <p:cNvCxnSpPr>
              <a:stCxn id="87" idx="2"/>
              <a:endCxn id="93" idx="0"/>
            </p:cNvCxnSpPr>
            <p:nvPr/>
          </p:nvCxnSpPr>
          <p:spPr>
            <a:xfrm rot="-5400000" flipH="1">
              <a:off x="5548800" y="3977925"/>
              <a:ext cx="561600" cy="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title"/>
          </p:nvPr>
        </p:nvSpPr>
        <p:spPr>
          <a:xfrm>
            <a:off x="19050" y="2285400"/>
            <a:ext cx="918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 u="sng" dirty="0">
                <a:solidFill>
                  <a:schemeClr val="hlink"/>
                </a:solidFill>
              </a:rPr>
              <a:t>Interview Questions</a:t>
            </a:r>
            <a:endParaRPr sz="2000" dirty="0"/>
          </a:p>
        </p:txBody>
      </p:sp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Microsoft Office PowerPoint</Application>
  <PresentationFormat>On-screen Show (16:9)</PresentationFormat>
  <Paragraphs>17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Interview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Пользователь</cp:lastModifiedBy>
  <cp:revision>1</cp:revision>
  <dcterms:modified xsi:type="dcterms:W3CDTF">2023-02-23T14:17:53Z</dcterms:modified>
</cp:coreProperties>
</file>