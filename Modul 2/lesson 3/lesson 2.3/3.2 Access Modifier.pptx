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24aeee1b6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24aeee1b6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524aeee1b6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1524aeee1b6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524aeee1b6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524aeee1b6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524aeee1b6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524aeee1b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524aeee1b6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524aeee1b6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4edeb2801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4edeb2801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6c4dfbf9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6c4dfbf9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816575" y="1886850"/>
            <a:ext cx="77337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Access Modifiers</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Access modifiers</a:t>
            </a:r>
            <a:endParaRPr sz="2000"/>
          </a:p>
        </p:txBody>
      </p:sp>
      <p:sp>
        <p:nvSpPr>
          <p:cNvPr id="62" name="Google Shape;62;p14"/>
          <p:cNvSpPr txBox="1"/>
          <p:nvPr/>
        </p:nvSpPr>
        <p:spPr>
          <a:xfrm>
            <a:off x="730100" y="872525"/>
            <a:ext cx="76782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Access modifiers/specifiers in java define the boundary for accessing members of a class and a class itself.</a:t>
            </a:r>
            <a:endParaRPr/>
          </a:p>
          <a:p>
            <a:pPr marL="0" lvl="0" indent="457200" algn="l" rtl="0">
              <a:spcBef>
                <a:spcPts val="0"/>
              </a:spcBef>
              <a:spcAft>
                <a:spcPts val="0"/>
              </a:spcAft>
              <a:buNone/>
            </a:pPr>
            <a:r>
              <a:rPr lang="en"/>
              <a:t>In other words, access modifiers are those modifiers that are used to restrict the visibility (accessibility) of classes, fields, methods, or constructors.</a:t>
            </a:r>
            <a:endParaRPr/>
          </a:p>
          <a:p>
            <a:pPr marL="0" lvl="0" indent="457200" algn="l" rtl="0">
              <a:spcBef>
                <a:spcPts val="0"/>
              </a:spcBef>
              <a:spcAft>
                <a:spcPts val="0"/>
              </a:spcAft>
              <a:buNone/>
            </a:pPr>
            <a:r>
              <a:rPr lang="en"/>
              <a:t>Java provides four explicit access modifiers in object-oriented programming languages.</a:t>
            </a:r>
            <a:endParaRPr/>
          </a:p>
        </p:txBody>
      </p:sp>
      <p:grpSp>
        <p:nvGrpSpPr>
          <p:cNvPr id="63" name="Google Shape;63;p14"/>
          <p:cNvGrpSpPr/>
          <p:nvPr/>
        </p:nvGrpSpPr>
        <p:grpSpPr>
          <a:xfrm>
            <a:off x="3666800" y="2208425"/>
            <a:ext cx="1804800" cy="2778600"/>
            <a:chOff x="5824375" y="2348350"/>
            <a:chExt cx="1804800" cy="2778600"/>
          </a:xfrm>
        </p:grpSpPr>
        <p:sp>
          <p:nvSpPr>
            <p:cNvPr id="64" name="Google Shape;64;p14"/>
            <p:cNvSpPr/>
            <p:nvPr/>
          </p:nvSpPr>
          <p:spPr>
            <a:xfrm>
              <a:off x="5824375" y="2348350"/>
              <a:ext cx="1804800" cy="4926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Public</a:t>
              </a:r>
              <a:endParaRPr b="1"/>
            </a:p>
          </p:txBody>
        </p:sp>
        <p:sp>
          <p:nvSpPr>
            <p:cNvPr id="65" name="Google Shape;65;p14"/>
            <p:cNvSpPr/>
            <p:nvPr/>
          </p:nvSpPr>
          <p:spPr>
            <a:xfrm>
              <a:off x="5824375" y="3110350"/>
              <a:ext cx="1804800" cy="492600"/>
            </a:xfrm>
            <a:prstGeom prst="roundRect">
              <a:avLst>
                <a:gd name="adj" fmla="val 16667"/>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Protected</a:t>
              </a:r>
              <a:endParaRPr b="1"/>
            </a:p>
          </p:txBody>
        </p:sp>
        <p:sp>
          <p:nvSpPr>
            <p:cNvPr id="66" name="Google Shape;66;p14"/>
            <p:cNvSpPr/>
            <p:nvPr/>
          </p:nvSpPr>
          <p:spPr>
            <a:xfrm>
              <a:off x="5824375" y="3872350"/>
              <a:ext cx="1804800" cy="492600"/>
            </a:xfrm>
            <a:prstGeom prst="roundRect">
              <a:avLst>
                <a:gd name="adj" fmla="val 16667"/>
              </a:avLst>
            </a:prstGeom>
            <a:solidFill>
              <a:srgbClr val="FF9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Default</a:t>
              </a:r>
              <a:endParaRPr b="1"/>
            </a:p>
          </p:txBody>
        </p:sp>
        <p:sp>
          <p:nvSpPr>
            <p:cNvPr id="67" name="Google Shape;67;p14"/>
            <p:cNvSpPr/>
            <p:nvPr/>
          </p:nvSpPr>
          <p:spPr>
            <a:xfrm>
              <a:off x="5824375" y="4634350"/>
              <a:ext cx="1804800" cy="492600"/>
            </a:xfrm>
            <a:prstGeom prst="roundRect">
              <a:avLst>
                <a:gd name="adj" fmla="val 16667"/>
              </a:avLst>
            </a:prstGeom>
            <a:solidFill>
              <a:srgbClr val="CC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Private</a:t>
              </a:r>
              <a:endParaRPr b="1"/>
            </a:p>
          </p:txBody>
        </p:sp>
        <p:cxnSp>
          <p:nvCxnSpPr>
            <p:cNvPr id="68" name="Google Shape;68;p14"/>
            <p:cNvCxnSpPr>
              <a:stCxn id="64" idx="2"/>
              <a:endCxn id="65" idx="0"/>
            </p:cNvCxnSpPr>
            <p:nvPr/>
          </p:nvCxnSpPr>
          <p:spPr>
            <a:xfrm>
              <a:off x="6726775" y="2840950"/>
              <a:ext cx="0" cy="269400"/>
            </a:xfrm>
            <a:prstGeom prst="straightConnector1">
              <a:avLst/>
            </a:prstGeom>
            <a:noFill/>
            <a:ln w="19050" cap="flat" cmpd="sng">
              <a:solidFill>
                <a:schemeClr val="dk2"/>
              </a:solidFill>
              <a:prstDash val="solid"/>
              <a:round/>
              <a:headEnd type="none" w="med" len="med"/>
              <a:tailEnd type="triangle" w="med" len="med"/>
            </a:ln>
          </p:spPr>
        </p:cxnSp>
        <p:cxnSp>
          <p:nvCxnSpPr>
            <p:cNvPr id="69" name="Google Shape;69;p14"/>
            <p:cNvCxnSpPr>
              <a:stCxn id="65" idx="2"/>
              <a:endCxn id="66" idx="0"/>
            </p:cNvCxnSpPr>
            <p:nvPr/>
          </p:nvCxnSpPr>
          <p:spPr>
            <a:xfrm>
              <a:off x="6726775" y="3602950"/>
              <a:ext cx="0" cy="269400"/>
            </a:xfrm>
            <a:prstGeom prst="straightConnector1">
              <a:avLst/>
            </a:prstGeom>
            <a:noFill/>
            <a:ln w="19050" cap="flat" cmpd="sng">
              <a:solidFill>
                <a:schemeClr val="dk2"/>
              </a:solidFill>
              <a:prstDash val="solid"/>
              <a:round/>
              <a:headEnd type="none" w="med" len="med"/>
              <a:tailEnd type="triangle" w="med" len="med"/>
            </a:ln>
          </p:spPr>
        </p:cxnSp>
        <p:cxnSp>
          <p:nvCxnSpPr>
            <p:cNvPr id="70" name="Google Shape;70;p14"/>
            <p:cNvCxnSpPr>
              <a:stCxn id="66" idx="2"/>
              <a:endCxn id="67" idx="0"/>
            </p:cNvCxnSpPr>
            <p:nvPr/>
          </p:nvCxnSpPr>
          <p:spPr>
            <a:xfrm>
              <a:off x="6726775" y="4364950"/>
              <a:ext cx="0" cy="269400"/>
            </a:xfrm>
            <a:prstGeom prst="straightConnector1">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4"/>
        <p:cNvGrpSpPr/>
        <p:nvPr/>
      </p:nvGrpSpPr>
      <p:grpSpPr>
        <a:xfrm>
          <a:off x="0" y="0"/>
          <a:ext cx="0" cy="0"/>
          <a:chOff x="0" y="0"/>
          <a:chExt cx="0" cy="0"/>
        </a:xfrm>
      </p:grpSpPr>
      <p:pic>
        <p:nvPicPr>
          <p:cNvPr id="75" name="Google Shape;75;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6" name="Google Shape;76;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Public Modifier</a:t>
            </a:r>
            <a:endParaRPr sz="2000"/>
          </a:p>
        </p:txBody>
      </p:sp>
      <p:sp>
        <p:nvSpPr>
          <p:cNvPr id="77" name="Google Shape;77;p15"/>
          <p:cNvSpPr txBox="1"/>
          <p:nvPr/>
        </p:nvSpPr>
        <p:spPr>
          <a:xfrm>
            <a:off x="642300" y="1024925"/>
            <a:ext cx="78594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Public access modifier can apply to instance variables, constructors, inner classes, outer class, methods but not with local variables.</a:t>
            </a:r>
            <a:endParaRPr/>
          </a:p>
          <a:p>
            <a:pPr marL="457200" lvl="0" indent="-317500" algn="l" rtl="0">
              <a:spcBef>
                <a:spcPts val="0"/>
              </a:spcBef>
              <a:spcAft>
                <a:spcPts val="0"/>
              </a:spcAft>
              <a:buSzPts val="1400"/>
              <a:buChar char="●"/>
            </a:pPr>
            <a:r>
              <a:rPr lang="en"/>
              <a:t>Public members of a class can be used anywhere.</a:t>
            </a:r>
            <a:endParaRPr/>
          </a:p>
          <a:p>
            <a:pPr marL="457200" lvl="0" indent="-317500" algn="l" rtl="0">
              <a:spcBef>
                <a:spcPts val="0"/>
              </a:spcBef>
              <a:spcAft>
                <a:spcPts val="0"/>
              </a:spcAft>
              <a:buSzPts val="1400"/>
              <a:buChar char="●"/>
            </a:pPr>
            <a:r>
              <a:rPr lang="en"/>
              <a:t>Public members of a class can be inherited to any subclass.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1"/>
        <p:cNvGrpSpPr/>
        <p:nvPr/>
      </p:nvGrpSpPr>
      <p:grpSpPr>
        <a:xfrm>
          <a:off x="0" y="0"/>
          <a:ext cx="0" cy="0"/>
          <a:chOff x="0" y="0"/>
          <a:chExt cx="0" cy="0"/>
        </a:xfrm>
      </p:grpSpPr>
      <p:pic>
        <p:nvPicPr>
          <p:cNvPr id="82" name="Google Shape;82;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3" name="Google Shape;83;p16"/>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Protected Modifier</a:t>
            </a:r>
            <a:endParaRPr sz="2000"/>
          </a:p>
        </p:txBody>
      </p:sp>
      <p:sp>
        <p:nvSpPr>
          <p:cNvPr id="84" name="Google Shape;84;p16"/>
          <p:cNvSpPr txBox="1"/>
          <p:nvPr/>
        </p:nvSpPr>
        <p:spPr>
          <a:xfrm>
            <a:off x="642300" y="1024925"/>
            <a:ext cx="7859400" cy="1693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Protected access modifier can be applied to instance variables, local variables, constructors, methods, inner classes but not the outer class.</a:t>
            </a:r>
            <a:endParaRPr/>
          </a:p>
          <a:p>
            <a:pPr marL="457200" lvl="0" indent="-317500" algn="l" rtl="0">
              <a:spcBef>
                <a:spcPts val="0"/>
              </a:spcBef>
              <a:spcAft>
                <a:spcPts val="0"/>
              </a:spcAft>
              <a:buSzPts val="1400"/>
              <a:buChar char="●"/>
            </a:pPr>
            <a:r>
              <a:rPr lang="en"/>
              <a:t>Protected members are accessible inside the class and everywhere within classes in the same package and outside the package but through inheritance only.</a:t>
            </a:r>
            <a:endParaRPr/>
          </a:p>
          <a:p>
            <a:pPr marL="457200" lvl="0" indent="-317500" algn="l" rtl="0">
              <a:spcBef>
                <a:spcPts val="0"/>
              </a:spcBef>
              <a:spcAft>
                <a:spcPts val="0"/>
              </a:spcAft>
              <a:buSzPts val="1400"/>
              <a:buChar char="●"/>
            </a:pPr>
            <a:r>
              <a:rPr lang="en"/>
              <a:t>Protected members can be inherited to the subclass.</a:t>
            </a:r>
            <a:endParaRPr/>
          </a:p>
          <a:p>
            <a:pPr marL="457200" lvl="0" indent="-317500" algn="l" rtl="0">
              <a:spcBef>
                <a:spcPts val="0"/>
              </a:spcBef>
              <a:spcAft>
                <a:spcPts val="0"/>
              </a:spcAft>
              <a:buSzPts val="1400"/>
              <a:buChar char="●"/>
            </a:pPr>
            <a:r>
              <a:rPr lang="en"/>
              <a:t>If we make constructor as protected then we can create the subclass of that class within the same package but not outside the package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8"/>
        <p:cNvGrpSpPr/>
        <p:nvPr/>
      </p:nvGrpSpPr>
      <p:grpSpPr>
        <a:xfrm>
          <a:off x="0" y="0"/>
          <a:ext cx="0" cy="0"/>
          <a:chOff x="0" y="0"/>
          <a:chExt cx="0" cy="0"/>
        </a:xfrm>
      </p:grpSpPr>
      <p:pic>
        <p:nvPicPr>
          <p:cNvPr id="89" name="Google Shape;89;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0" name="Google Shape;90;p17"/>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Default Modifier</a:t>
            </a:r>
            <a:endParaRPr sz="2000"/>
          </a:p>
        </p:txBody>
      </p:sp>
      <p:sp>
        <p:nvSpPr>
          <p:cNvPr id="91" name="Google Shape;91;p17"/>
          <p:cNvSpPr txBox="1"/>
          <p:nvPr/>
        </p:nvSpPr>
        <p:spPr>
          <a:xfrm>
            <a:off x="642300" y="1024925"/>
            <a:ext cx="7859400" cy="2124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When access modifier is not specified to members of a class or a class itself, it is called default access modifier.</a:t>
            </a:r>
            <a:endParaRPr/>
          </a:p>
          <a:p>
            <a:pPr marL="457200" lvl="0" indent="-317500" algn="l" rtl="0">
              <a:spcBef>
                <a:spcPts val="0"/>
              </a:spcBef>
              <a:spcAft>
                <a:spcPts val="0"/>
              </a:spcAft>
              <a:buSzPts val="1400"/>
              <a:buChar char="●"/>
            </a:pPr>
            <a:r>
              <a:rPr lang="en"/>
              <a:t>The default can apply to the instance variable, local variable, constructor, methods, inner class, or outer class.</a:t>
            </a:r>
            <a:endParaRPr/>
          </a:p>
          <a:p>
            <a:pPr marL="457200" lvl="0" indent="-317500" algn="l" rtl="0">
              <a:spcBef>
                <a:spcPts val="0"/>
              </a:spcBef>
              <a:spcAft>
                <a:spcPts val="0"/>
              </a:spcAft>
              <a:buSzPts val="1400"/>
              <a:buChar char="●"/>
            </a:pPr>
            <a:r>
              <a:rPr lang="en"/>
              <a:t>Default members of a class are visible inside of the class and everywhere within classes in the same package or folder only. Therefore, they can be accessed from outside the classes in the same package but can not be accessed outside the package.</a:t>
            </a:r>
            <a:endParaRPr/>
          </a:p>
          <a:p>
            <a:pPr marL="457200" lvl="0" indent="-317500" algn="l" rtl="0">
              <a:spcBef>
                <a:spcPts val="0"/>
              </a:spcBef>
              <a:spcAft>
                <a:spcPts val="0"/>
              </a:spcAft>
              <a:buSzPts val="1400"/>
              <a:buChar char="●"/>
            </a:pPr>
            <a:r>
              <a:rPr lang="en"/>
              <a:t>Default members can be inherited to the subclass within the same package only. It cannot be inherited from outside the package.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5"/>
        <p:cNvGrpSpPr/>
        <p:nvPr/>
      </p:nvGrpSpPr>
      <p:grpSpPr>
        <a:xfrm>
          <a:off x="0" y="0"/>
          <a:ext cx="0" cy="0"/>
          <a:chOff x="0" y="0"/>
          <a:chExt cx="0" cy="0"/>
        </a:xfrm>
      </p:grpSpPr>
      <p:pic>
        <p:nvPicPr>
          <p:cNvPr id="96" name="Google Shape;96;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7" name="Google Shape;97;p18"/>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Private Modifier</a:t>
            </a:r>
            <a:endParaRPr sz="2000"/>
          </a:p>
        </p:txBody>
      </p:sp>
      <p:sp>
        <p:nvSpPr>
          <p:cNvPr id="98" name="Google Shape;98;p18"/>
          <p:cNvSpPr txBox="1"/>
          <p:nvPr/>
        </p:nvSpPr>
        <p:spPr>
          <a:xfrm>
            <a:off x="642300" y="798725"/>
            <a:ext cx="7859400" cy="2986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Private access modifier in java can apply to a variable, method, constructor, inner class but not the outer class that is class itself.</a:t>
            </a:r>
            <a:endParaRPr/>
          </a:p>
          <a:p>
            <a:pPr marL="457200" lvl="0" indent="-317500" algn="l" rtl="0">
              <a:spcBef>
                <a:spcPts val="0"/>
              </a:spcBef>
              <a:spcAft>
                <a:spcPts val="0"/>
              </a:spcAft>
              <a:buSzPts val="1400"/>
              <a:buChar char="●"/>
            </a:pPr>
            <a:r>
              <a:rPr lang="en"/>
              <a:t>The instance variable can be private but a local variable cannot be private.</a:t>
            </a:r>
            <a:endParaRPr/>
          </a:p>
          <a:p>
            <a:pPr marL="457200" lvl="0" indent="-317500" algn="l" rtl="0">
              <a:spcBef>
                <a:spcPts val="0"/>
              </a:spcBef>
              <a:spcAft>
                <a:spcPts val="0"/>
              </a:spcAft>
              <a:buSzPts val="1400"/>
              <a:buChar char="●"/>
            </a:pPr>
            <a:r>
              <a:rPr lang="en"/>
              <a:t>Private members (field, method, or constructor) of a class cannot be accessed from outside the class. They are accessible only within the class.</a:t>
            </a:r>
            <a:endParaRPr/>
          </a:p>
          <a:p>
            <a:pPr marL="457200" lvl="0" indent="-317500" algn="l" rtl="0">
              <a:spcBef>
                <a:spcPts val="0"/>
              </a:spcBef>
              <a:spcAft>
                <a:spcPts val="0"/>
              </a:spcAft>
              <a:buSzPts val="1400"/>
              <a:buChar char="●"/>
            </a:pPr>
            <a:r>
              <a:rPr lang="en"/>
              <a:t>Private members of a superclass cannot be inherited to the subclass. Therefore, they are not accessible in subclasses.</a:t>
            </a:r>
            <a:endParaRPr/>
          </a:p>
          <a:p>
            <a:pPr marL="457200" lvl="0" indent="-317500" algn="l" rtl="0">
              <a:spcBef>
                <a:spcPts val="0"/>
              </a:spcBef>
              <a:spcAft>
                <a:spcPts val="0"/>
              </a:spcAft>
              <a:buSzPts val="1400"/>
              <a:buChar char="●"/>
            </a:pPr>
            <a:r>
              <a:rPr lang="en"/>
              <a:t>If we make any constructor as private, we cannot create an object of that class from another class and also cannot create the subclass of that class.</a:t>
            </a:r>
            <a:endParaRPr/>
          </a:p>
          <a:p>
            <a:pPr marL="457200" lvl="0" indent="-317500" algn="l" rtl="0">
              <a:spcBef>
                <a:spcPts val="0"/>
              </a:spcBef>
              <a:spcAft>
                <a:spcPts val="0"/>
              </a:spcAft>
              <a:buSzPts val="1400"/>
              <a:buChar char="●"/>
            </a:pPr>
            <a:r>
              <a:rPr lang="en"/>
              <a:t>A class cannot be private except for inner classes. Inner classes are members of the outer class. So, members of the class can be private.</a:t>
            </a:r>
            <a:endParaRPr/>
          </a:p>
          <a:p>
            <a:pPr marL="457200" lvl="0" indent="-317500" algn="l" rtl="0">
              <a:spcBef>
                <a:spcPts val="0"/>
              </a:spcBef>
              <a:spcAft>
                <a:spcPts val="0"/>
              </a:spcAft>
              <a:buSzPts val="1400"/>
              <a:buChar char="●"/>
            </a:pPr>
            <a:r>
              <a:rPr lang="en"/>
              <a:t>If we declare a method as private, it behaves as a method declared as final. We cannot call the private method from outside the class.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2"/>
        <p:cNvGrpSpPr/>
        <p:nvPr/>
      </p:nvGrpSpPr>
      <p:grpSpPr>
        <a:xfrm>
          <a:off x="0" y="0"/>
          <a:ext cx="0" cy="0"/>
          <a:chOff x="0" y="0"/>
          <a:chExt cx="0" cy="0"/>
        </a:xfrm>
      </p:grpSpPr>
      <p:sp>
        <p:nvSpPr>
          <p:cNvPr id="103" name="Google Shape;103;p19"/>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Access Modifiers in case of Inheritance</a:t>
            </a:r>
            <a:endParaRPr sz="2000" b="1"/>
          </a:p>
        </p:txBody>
      </p:sp>
      <p:pic>
        <p:nvPicPr>
          <p:cNvPr id="104" name="Google Shape;104;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5" name="Google Shape;105;p19"/>
          <p:cNvSpPr txBox="1"/>
          <p:nvPr/>
        </p:nvSpPr>
        <p:spPr>
          <a:xfrm>
            <a:off x="668700" y="933325"/>
            <a:ext cx="7806600" cy="25983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a:t>The private members of the superclass cannot be inherited to the subclass because the private members of superclass are not available to the subclass directly. They are only available in their own class.</a:t>
            </a:r>
            <a:endParaRPr/>
          </a:p>
          <a:p>
            <a:pPr marL="457200" lvl="0" indent="-317500" algn="l" rtl="0">
              <a:lnSpc>
                <a:spcPct val="115000"/>
              </a:lnSpc>
              <a:spcBef>
                <a:spcPts val="0"/>
              </a:spcBef>
              <a:spcAft>
                <a:spcPts val="0"/>
              </a:spcAft>
              <a:buSzPts val="1400"/>
              <a:buChar char="●"/>
            </a:pPr>
            <a:r>
              <a:rPr lang="en"/>
              <a:t>The default members of the parent class can be inherited to the derived class within the same package.</a:t>
            </a:r>
            <a:endParaRPr/>
          </a:p>
          <a:p>
            <a:pPr marL="457200" lvl="0" indent="-317500" algn="l" rtl="0">
              <a:lnSpc>
                <a:spcPct val="115000"/>
              </a:lnSpc>
              <a:spcBef>
                <a:spcPts val="0"/>
              </a:spcBef>
              <a:spcAft>
                <a:spcPts val="0"/>
              </a:spcAft>
              <a:buSzPts val="1400"/>
              <a:buChar char="●"/>
            </a:pPr>
            <a:r>
              <a:rPr lang="en"/>
              <a:t>The protected members of a parent class can be inherited to a derived class but the usage of protected members is limited within the package.</a:t>
            </a:r>
            <a:endParaRPr/>
          </a:p>
          <a:p>
            <a:pPr marL="457200" lvl="0" indent="-317500" algn="l" rtl="0">
              <a:lnSpc>
                <a:spcPct val="115000"/>
              </a:lnSpc>
              <a:spcBef>
                <a:spcPts val="0"/>
              </a:spcBef>
              <a:spcAft>
                <a:spcPts val="0"/>
              </a:spcAft>
              <a:buSzPts val="1400"/>
              <a:buChar char="●"/>
            </a:pPr>
            <a:r>
              <a:rPr lang="en"/>
              <a:t>Public members can be inherited to all subclasses.</a:t>
            </a:r>
            <a:endParaRPr/>
          </a:p>
          <a:p>
            <a:pPr marL="0" lvl="0" indent="457200" algn="l" rtl="0">
              <a:spcBef>
                <a:spcPts val="0"/>
              </a:spcBef>
              <a:spcAft>
                <a:spcPts val="0"/>
              </a:spcAft>
              <a:buNone/>
            </a:pPr>
            <a:endParaRPr/>
          </a:p>
          <a:p>
            <a:pPr marL="0" lvl="0" indent="0" algn="l" rtl="0">
              <a:spcBef>
                <a:spcPts val="0"/>
              </a:spcBef>
              <a:spcAft>
                <a:spcPts val="0"/>
              </a:spcAft>
              <a:buNone/>
            </a:pPr>
            <a:endParaRPr>
              <a:solidFill>
                <a:srgbClr val="1155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111" name="Google Shape;111;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593</Words>
  <Application>Microsoft Office PowerPoint</Application>
  <PresentationFormat>On-screen Show (16:9)</PresentationFormat>
  <Paragraphs>37</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2023-02-23T14:15:23Z</dcterms:modified>
</cp:coreProperties>
</file>