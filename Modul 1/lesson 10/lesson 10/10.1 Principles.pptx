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Book Antiqua" panose="02040602050305030304" pitchFamily="18"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491bba5938_0_29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491bba5938_0_29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4ffd328c3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4ffd328c3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524a9e6f48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524a9e6f4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524a9e6f48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524a9e6f48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524a9e6f48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524a9e6f48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688c6f8b42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688c6f8b4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688c6f8b42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688c6f8b42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15118ab4e14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15118ab4e14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58b327020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58b327020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502184060b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502184060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hyperlink" Target="https://www.piliapp.com/emoji/list/car/" TargetMode="Externa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9600" y="2279250"/>
            <a:ext cx="91248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Clr>
                <a:schemeClr val="dk1"/>
              </a:buClr>
              <a:buSzPts val="1100"/>
              <a:buFont typeface="Arial"/>
              <a:buNone/>
            </a:pPr>
            <a:r>
              <a:rPr lang="en" sz="2600" b="1">
                <a:solidFill>
                  <a:schemeClr val="dk1"/>
                </a:solidFill>
              </a:rPr>
              <a:t>Principles</a:t>
            </a:r>
            <a:endParaRPr sz="2600" b="1">
              <a:solidFill>
                <a:schemeClr val="dk1"/>
              </a:solidFill>
            </a:endParaRPr>
          </a:p>
        </p:txBody>
      </p:sp>
      <p:pic>
        <p:nvPicPr>
          <p:cNvPr id="55" name="Google Shape;55;p13"/>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sp>
        <p:nvSpPr>
          <p:cNvPr id="60" name="Google Shape;60;p14"/>
          <p:cNvSpPr txBox="1"/>
          <p:nvPr/>
        </p:nvSpPr>
        <p:spPr>
          <a:xfrm>
            <a:off x="2889250" y="62375"/>
            <a:ext cx="3000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Book Antiqua"/>
                <a:ea typeface="Book Antiqua"/>
                <a:cs typeface="Book Antiqua"/>
                <a:sym typeface="Book Antiqua"/>
              </a:rPr>
              <a:t>Outline </a:t>
            </a:r>
            <a:endParaRPr sz="2000"/>
          </a:p>
        </p:txBody>
      </p:sp>
      <p:pic>
        <p:nvPicPr>
          <p:cNvPr id="61" name="Google Shape;61;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2" name="Google Shape;62;p14"/>
          <p:cNvSpPr txBox="1"/>
          <p:nvPr/>
        </p:nvSpPr>
        <p:spPr>
          <a:xfrm>
            <a:off x="1811600" y="620725"/>
            <a:ext cx="5243700" cy="228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endParaRPr>
              <a:solidFill>
                <a:schemeClr val="dk1"/>
              </a:solidFill>
            </a:endParaRPr>
          </a:p>
          <a:p>
            <a:pPr marL="457200" lvl="0" indent="-317500" algn="l" rtl="0">
              <a:lnSpc>
                <a:spcPct val="115000"/>
              </a:lnSpc>
              <a:spcBef>
                <a:spcPts val="1200"/>
              </a:spcBef>
              <a:spcAft>
                <a:spcPts val="0"/>
              </a:spcAft>
              <a:buClr>
                <a:schemeClr val="dk1"/>
              </a:buClr>
              <a:buSzPts val="1400"/>
              <a:buChar char="●"/>
            </a:pPr>
            <a:r>
              <a:rPr lang="en">
                <a:solidFill>
                  <a:schemeClr val="dk1"/>
                </a:solidFill>
              </a:rPr>
              <a:t>Programming Principles </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en">
                <a:solidFill>
                  <a:schemeClr val="dk1"/>
                </a:solidFill>
              </a:rPr>
              <a:t>DRY</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en">
                <a:solidFill>
                  <a:schemeClr val="dk1"/>
                </a:solidFill>
              </a:rPr>
              <a:t>KISS</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en">
                <a:solidFill>
                  <a:schemeClr val="dk1"/>
                </a:solidFill>
              </a:rPr>
              <a:t>Document your Code</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en">
                <a:solidFill>
                  <a:schemeClr val="dk1"/>
                </a:solidFill>
              </a:rPr>
              <a:t>Refactor</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Project</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Interview Questions</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0" y="327150"/>
            <a:ext cx="9144000" cy="572700"/>
          </a:xfrm>
          <a:prstGeom prst="rect">
            <a:avLst/>
          </a:prstGeom>
        </p:spPr>
        <p:txBody>
          <a:bodyPr spcFirstLastPara="1" wrap="square" lIns="91425" tIns="91425" rIns="91425" bIns="91425" anchor="t" anchorCtr="0">
            <a:normAutofit/>
          </a:bodyPr>
          <a:lstStyle/>
          <a:p>
            <a:pPr marL="0" lvl="0" indent="0" algn="ctr" rtl="0">
              <a:lnSpc>
                <a:spcPct val="115000"/>
              </a:lnSpc>
              <a:spcBef>
                <a:spcPts val="1200"/>
              </a:spcBef>
              <a:spcAft>
                <a:spcPts val="1200"/>
              </a:spcAft>
              <a:buNone/>
            </a:pPr>
            <a:r>
              <a:rPr lang="en" sz="2000" b="1"/>
              <a:t>Programming Principles</a:t>
            </a:r>
            <a:endParaRPr sz="2000"/>
          </a:p>
        </p:txBody>
      </p:sp>
      <p:pic>
        <p:nvPicPr>
          <p:cNvPr id="68" name="Google Shape;68;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9" name="Google Shape;69;p15"/>
          <p:cNvSpPr txBox="1"/>
          <p:nvPr/>
        </p:nvSpPr>
        <p:spPr>
          <a:xfrm>
            <a:off x="693325" y="837425"/>
            <a:ext cx="7956900" cy="1693200"/>
          </a:xfrm>
          <a:prstGeom prst="rect">
            <a:avLst/>
          </a:prstGeom>
          <a:noFill/>
          <a:ln>
            <a:noFill/>
          </a:ln>
        </p:spPr>
        <p:txBody>
          <a:bodyPr spcFirstLastPara="1" wrap="square" lIns="91425" tIns="91425" rIns="91425" bIns="91425" anchor="t" anchorCtr="0">
            <a:spAutoFit/>
          </a:bodyPr>
          <a:lstStyle/>
          <a:p>
            <a:pPr marL="0" lvl="0" indent="457200" algn="just" rtl="0">
              <a:spcBef>
                <a:spcPts val="0"/>
              </a:spcBef>
              <a:spcAft>
                <a:spcPts val="0"/>
              </a:spcAft>
              <a:buNone/>
            </a:pPr>
            <a:r>
              <a:rPr lang="en"/>
              <a:t>It's easy to write code. It's challenging to write good code. Bad code comes in many forms. Messy code, massive if-else chains, programs that break with one adjustment, variables that don't make sense—the program might work once, but, if put to the test, will never be able to stand strong. If you want to become a programmer, never settle for shortcuts. Aim to write code that is easy to maintain easy for you to maintain, and easy for any other developer on your team to maintain.</a:t>
            </a:r>
            <a:endParaRPr/>
          </a:p>
          <a:p>
            <a:pPr marL="0" lvl="0" indent="457200" algn="just" rtl="0">
              <a:spcBef>
                <a:spcPts val="0"/>
              </a:spcBef>
              <a:spcAft>
                <a:spcPts val="0"/>
              </a:spcAft>
              <a:buNone/>
            </a:pPr>
            <a:r>
              <a:rPr lang="en"/>
              <a:t>How do you write effective code? Programming principles will make you a better coder.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0" y="319375"/>
            <a:ext cx="9144000" cy="572700"/>
          </a:xfrm>
          <a:prstGeom prst="rect">
            <a:avLst/>
          </a:prstGeom>
        </p:spPr>
        <p:txBody>
          <a:bodyPr spcFirstLastPara="1" wrap="square" lIns="91425" tIns="91425" rIns="91425" bIns="91425" anchor="t" anchorCtr="0">
            <a:normAutofit/>
          </a:bodyPr>
          <a:lstStyle/>
          <a:p>
            <a:pPr marL="0" lvl="0" indent="0" algn="ctr" rtl="0">
              <a:lnSpc>
                <a:spcPct val="115000"/>
              </a:lnSpc>
              <a:spcBef>
                <a:spcPts val="1200"/>
              </a:spcBef>
              <a:spcAft>
                <a:spcPts val="1200"/>
              </a:spcAft>
              <a:buNone/>
            </a:pPr>
            <a:r>
              <a:rPr lang="en" sz="2000" b="1"/>
              <a:t>DRY</a:t>
            </a:r>
            <a:endParaRPr sz="2000"/>
          </a:p>
        </p:txBody>
      </p:sp>
      <p:pic>
        <p:nvPicPr>
          <p:cNvPr id="75" name="Google Shape;75;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76" name="Google Shape;76;p16"/>
          <p:cNvSpPr txBox="1"/>
          <p:nvPr/>
        </p:nvSpPr>
        <p:spPr>
          <a:xfrm>
            <a:off x="693325" y="837425"/>
            <a:ext cx="7956900" cy="3481200"/>
          </a:xfrm>
          <a:prstGeom prst="rect">
            <a:avLst/>
          </a:prstGeom>
          <a:noFill/>
          <a:ln>
            <a:noFill/>
          </a:ln>
        </p:spPr>
        <p:txBody>
          <a:bodyPr spcFirstLastPara="1" wrap="square" lIns="91425" tIns="91425" rIns="91425" bIns="91425" anchor="t" anchorCtr="0">
            <a:normAutofit/>
          </a:bodyPr>
          <a:lstStyle/>
          <a:p>
            <a:pPr marL="0" lvl="0" indent="457200" algn="just" rtl="0">
              <a:spcBef>
                <a:spcPts val="0"/>
              </a:spcBef>
              <a:spcAft>
                <a:spcPts val="0"/>
              </a:spcAft>
              <a:buNone/>
            </a:pPr>
            <a:r>
              <a:rPr lang="en" b="1"/>
              <a:t>Don't repeat yourself</a:t>
            </a:r>
            <a:r>
              <a:rPr lang="en"/>
              <a:t> (DRY) is a principle of software development aimed at reducing repetition of software patterns. The DRY principle is stated as </a:t>
            </a:r>
            <a:r>
              <a:rPr lang="en" i="1"/>
              <a:t>"Every piece of knowledge must have a single, unambiguous, authoritative representation within a system"</a:t>
            </a:r>
            <a:r>
              <a:rPr lang="en"/>
              <a:t>. The principle has been formulated by </a:t>
            </a:r>
            <a:r>
              <a:rPr lang="en" b="1"/>
              <a:t>Andy Hunt</a:t>
            </a:r>
            <a:r>
              <a:rPr lang="en"/>
              <a:t> and </a:t>
            </a:r>
            <a:r>
              <a:rPr lang="en" b="1"/>
              <a:t>Dave Thomas</a:t>
            </a:r>
            <a:r>
              <a:rPr lang="en"/>
              <a:t> in their book </a:t>
            </a:r>
            <a:r>
              <a:rPr lang="en" b="1"/>
              <a:t>The Pragmatic Programmer.</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19050" y="303750"/>
            <a:ext cx="9144000" cy="572700"/>
          </a:xfrm>
          <a:prstGeom prst="rect">
            <a:avLst/>
          </a:prstGeom>
        </p:spPr>
        <p:txBody>
          <a:bodyPr spcFirstLastPara="1" wrap="square" lIns="91425" tIns="91425" rIns="91425" bIns="91425" anchor="t" anchorCtr="0">
            <a:normAutofit/>
          </a:bodyPr>
          <a:lstStyle/>
          <a:p>
            <a:pPr marL="0" lvl="0" indent="0" algn="ctr" rtl="0">
              <a:lnSpc>
                <a:spcPct val="115000"/>
              </a:lnSpc>
              <a:spcBef>
                <a:spcPts val="1200"/>
              </a:spcBef>
              <a:spcAft>
                <a:spcPts val="1200"/>
              </a:spcAft>
              <a:buNone/>
            </a:pPr>
            <a:r>
              <a:rPr lang="en" sz="2000" b="1"/>
              <a:t>KISS</a:t>
            </a:r>
            <a:endParaRPr sz="1800"/>
          </a:p>
        </p:txBody>
      </p:sp>
      <p:pic>
        <p:nvPicPr>
          <p:cNvPr id="82" name="Google Shape;82;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83" name="Google Shape;83;p17"/>
          <p:cNvSpPr txBox="1"/>
          <p:nvPr/>
        </p:nvSpPr>
        <p:spPr>
          <a:xfrm>
            <a:off x="693325" y="837425"/>
            <a:ext cx="7956900" cy="3481200"/>
          </a:xfrm>
          <a:prstGeom prst="rect">
            <a:avLst/>
          </a:prstGeom>
          <a:noFill/>
          <a:ln>
            <a:noFill/>
          </a:ln>
        </p:spPr>
        <p:txBody>
          <a:bodyPr spcFirstLastPara="1" wrap="square" lIns="91425" tIns="91425" rIns="91425" bIns="91425" anchor="t" anchorCtr="0">
            <a:normAutofit/>
          </a:bodyPr>
          <a:lstStyle/>
          <a:p>
            <a:pPr marL="0" lvl="0" indent="457200" algn="just" rtl="0">
              <a:spcBef>
                <a:spcPts val="0"/>
              </a:spcBef>
              <a:spcAft>
                <a:spcPts val="0"/>
              </a:spcAft>
              <a:buNone/>
            </a:pPr>
            <a:r>
              <a:rPr lang="en" b="1"/>
              <a:t>Keep it simple, stupid</a:t>
            </a:r>
            <a:r>
              <a:rPr lang="en"/>
              <a:t> (KISS) is a design principle which states that designs and/or systems should be as simple as possible. Wherever possible, complexity should be avoided in a system—as simplicity guarantees the greatest levels of user acceptance and interaction.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0" y="311550"/>
            <a:ext cx="9144000" cy="572700"/>
          </a:xfrm>
          <a:prstGeom prst="rect">
            <a:avLst/>
          </a:prstGeom>
        </p:spPr>
        <p:txBody>
          <a:bodyPr spcFirstLastPara="1" wrap="square" lIns="91425" tIns="91425" rIns="91425" bIns="91425" anchor="t" anchorCtr="0">
            <a:normAutofit/>
          </a:bodyPr>
          <a:lstStyle/>
          <a:p>
            <a:pPr marL="0" lvl="0" indent="0" algn="ctr" rtl="0">
              <a:lnSpc>
                <a:spcPct val="115000"/>
              </a:lnSpc>
              <a:spcBef>
                <a:spcPts val="1200"/>
              </a:spcBef>
              <a:spcAft>
                <a:spcPts val="1200"/>
              </a:spcAft>
              <a:buNone/>
            </a:pPr>
            <a:r>
              <a:rPr lang="en" sz="2000" b="1"/>
              <a:t>Document your Code</a:t>
            </a:r>
            <a:endParaRPr sz="2000"/>
          </a:p>
        </p:txBody>
      </p:sp>
      <p:pic>
        <p:nvPicPr>
          <p:cNvPr id="89" name="Google Shape;89;p18"/>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90" name="Google Shape;90;p18"/>
          <p:cNvSpPr txBox="1"/>
          <p:nvPr/>
        </p:nvSpPr>
        <p:spPr>
          <a:xfrm>
            <a:off x="593550" y="831150"/>
            <a:ext cx="7956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Documenting code is part of writing good code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0" y="311550"/>
            <a:ext cx="9144000" cy="572700"/>
          </a:xfrm>
          <a:prstGeom prst="rect">
            <a:avLst/>
          </a:prstGeom>
        </p:spPr>
        <p:txBody>
          <a:bodyPr spcFirstLastPara="1" wrap="square" lIns="91425" tIns="91425" rIns="91425" bIns="91425" anchor="t" anchorCtr="0">
            <a:normAutofit/>
          </a:bodyPr>
          <a:lstStyle/>
          <a:p>
            <a:pPr marL="0" lvl="0" indent="0" algn="ctr" rtl="0">
              <a:lnSpc>
                <a:spcPct val="115000"/>
              </a:lnSpc>
              <a:spcBef>
                <a:spcPts val="1200"/>
              </a:spcBef>
              <a:spcAft>
                <a:spcPts val="1200"/>
              </a:spcAft>
              <a:buNone/>
            </a:pPr>
            <a:r>
              <a:rPr lang="en" sz="2000" b="1"/>
              <a:t>Refactor</a:t>
            </a:r>
            <a:endParaRPr sz="2000"/>
          </a:p>
        </p:txBody>
      </p:sp>
      <p:pic>
        <p:nvPicPr>
          <p:cNvPr id="96" name="Google Shape;96;p19"/>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97" name="Google Shape;97;p19"/>
          <p:cNvSpPr txBox="1"/>
          <p:nvPr/>
        </p:nvSpPr>
        <p:spPr>
          <a:xfrm>
            <a:off x="593550" y="831150"/>
            <a:ext cx="7956900" cy="21240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It's hard to accept, but your code isn't going to be perfect the first time. Refactoring code means reviewing your code and looking for ways to optimize it, making it more efficient while keeping the results exactly the same.</a:t>
            </a:r>
            <a:endParaRPr/>
          </a:p>
          <a:p>
            <a:pPr marL="0" lvl="0" indent="0" algn="l" rtl="0">
              <a:spcBef>
                <a:spcPts val="0"/>
              </a:spcBef>
              <a:spcAft>
                <a:spcPts val="0"/>
              </a:spcAft>
              <a:buNone/>
            </a:pPr>
            <a:endParaRPr/>
          </a:p>
          <a:p>
            <a:pPr marL="0" lvl="0" indent="457200" algn="l" rtl="0">
              <a:spcBef>
                <a:spcPts val="0"/>
              </a:spcBef>
              <a:spcAft>
                <a:spcPts val="0"/>
              </a:spcAft>
              <a:buNone/>
            </a:pPr>
            <a:r>
              <a:rPr lang="en"/>
              <a:t>Codebases are constantly evolving. One of the principles of programming is remembering that it's completely normal to revisit, rewrite, or even redesign entire chunks of code. It doesn't mean you didn't succeed the first time you wrote your program; you're inevitably going to get more familiar with a project over time. Use that knowledge to adjust yourself as you make progress.</a:t>
            </a:r>
            <a:endParaRPr/>
          </a:p>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11800" y="350425"/>
            <a:ext cx="9144000" cy="5727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2000" b="1"/>
              <a:t>Parking</a:t>
            </a:r>
            <a:endParaRPr sz="2000"/>
          </a:p>
        </p:txBody>
      </p:sp>
      <p:pic>
        <p:nvPicPr>
          <p:cNvPr id="103" name="Google Shape;103;p20"/>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pic>
        <p:nvPicPr>
          <p:cNvPr id="104" name="Google Shape;104;p20"/>
          <p:cNvPicPr preferRelativeResize="0"/>
          <p:nvPr/>
        </p:nvPicPr>
        <p:blipFill>
          <a:blip r:embed="rId4">
            <a:alphaModFix/>
          </a:blip>
          <a:stretch>
            <a:fillRect/>
          </a:stretch>
        </p:blipFill>
        <p:spPr>
          <a:xfrm>
            <a:off x="1678388" y="875625"/>
            <a:ext cx="5787220" cy="3915575"/>
          </a:xfrm>
          <a:prstGeom prst="rect">
            <a:avLst/>
          </a:prstGeom>
          <a:noFill/>
          <a:ln>
            <a:noFill/>
          </a:ln>
        </p:spPr>
      </p:pic>
      <p:sp>
        <p:nvSpPr>
          <p:cNvPr id="105" name="Google Shape;105;p20"/>
          <p:cNvSpPr txBox="1"/>
          <p:nvPr/>
        </p:nvSpPr>
        <p:spPr>
          <a:xfrm>
            <a:off x="5274750" y="4489425"/>
            <a:ext cx="3133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5"/>
              </a:rPr>
              <a:t>https://www.piliapp.com/emoji/list/car/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200" b="1" u="sng" dirty="0">
                <a:solidFill>
                  <a:schemeClr val="hlink"/>
                </a:solidFill>
              </a:rPr>
              <a:t>Interview Questions</a:t>
            </a:r>
            <a:endParaRPr sz="2000" dirty="0"/>
          </a:p>
        </p:txBody>
      </p:sp>
      <p:pic>
        <p:nvPicPr>
          <p:cNvPr id="111" name="Google Shape;111;p21"/>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0" y="2133000"/>
            <a:ext cx="9144000" cy="572700"/>
          </a:xfrm>
          <a:prstGeom prst="rect">
            <a:avLst/>
          </a:prstGeom>
        </p:spPr>
        <p:txBody>
          <a:bodyPr spcFirstLastPara="1" wrap="square" lIns="91425" tIns="91425" rIns="91425" bIns="91425" anchor="t" anchorCtr="0">
            <a:normAutofit/>
          </a:bodyPr>
          <a:lstStyle/>
          <a:p>
            <a:pPr marL="0" lvl="0" indent="0" algn="ctr" rtl="0">
              <a:lnSpc>
                <a:spcPct val="115000"/>
              </a:lnSpc>
              <a:spcBef>
                <a:spcPts val="1200"/>
              </a:spcBef>
              <a:spcAft>
                <a:spcPts val="1200"/>
              </a:spcAft>
              <a:buNone/>
            </a:pPr>
            <a:r>
              <a:rPr lang="en" sz="2000" b="1"/>
              <a:t>Success is the sum of small efforts, repeated day in and day out.</a:t>
            </a:r>
            <a:endParaRPr sz="2000"/>
          </a:p>
        </p:txBody>
      </p:sp>
      <p:pic>
        <p:nvPicPr>
          <p:cNvPr id="117" name="Google Shape;117;p22"/>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18" name="Google Shape;118;p22"/>
          <p:cNvSpPr txBox="1"/>
          <p:nvPr/>
        </p:nvSpPr>
        <p:spPr>
          <a:xfrm>
            <a:off x="358850" y="1004775"/>
            <a:ext cx="8473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402</Words>
  <Application>Microsoft Office PowerPoint</Application>
  <PresentationFormat>On-screen Show (16:9)</PresentationFormat>
  <Paragraphs>27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Book Antiqua</vt:lpstr>
      <vt:lpstr>Simple Light</vt:lpstr>
      <vt:lpstr>PowerPoint Presentation</vt:lpstr>
      <vt:lpstr>PowerPoint Presentation</vt:lpstr>
      <vt:lpstr>Programming Principles</vt:lpstr>
      <vt:lpstr>DRY</vt:lpstr>
      <vt:lpstr>KISS</vt:lpstr>
      <vt:lpstr>Document your Code</vt:lpstr>
      <vt:lpstr>Refactor</vt:lpstr>
      <vt:lpstr>Parking</vt:lpstr>
      <vt:lpstr>Interview Questions</vt:lpstr>
      <vt:lpstr>Success is the sum of small efforts, repeated day in and day out.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2023-02-23T14:13:40Z</dcterms:modified>
</cp:coreProperties>
</file>