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Book Antiqua" panose="02040602050305030304" pitchFamily="18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491bba5938_0_29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491bba5938_0_29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491bba5938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491bba5938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389cb2df3e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389cb2df3e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40dfcb0d7c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40dfcb0d7c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389cb2df3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389cb2df3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389cb2df3e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389cb2df3e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8ac27d2e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38ac27d2e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8ac27d2e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38ac27d2ef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55beef436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55beef4365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8bb60c70380602f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8bb60c70380602f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oracle.com/technetwork/java/codeconventions-150003.pd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www.oracle.com/java/technologies/javase/codeconventions-namingconventions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242475" y="1905000"/>
            <a:ext cx="6381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Data types and Comments</a:t>
            </a:r>
            <a:endParaRPr sz="2600" b="1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19050" y="290975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Outline </a:t>
            </a:r>
            <a:endParaRPr sz="2000"/>
          </a:p>
        </p:txBody>
      </p:sp>
      <p:sp>
        <p:nvSpPr>
          <p:cNvPr id="61" name="Google Shape;61;p14"/>
          <p:cNvSpPr txBox="1"/>
          <p:nvPr/>
        </p:nvSpPr>
        <p:spPr>
          <a:xfrm>
            <a:off x="1811600" y="1001725"/>
            <a:ext cx="5243700" cy="12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Data types and Memory allocation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Types of variables and Scopes of Variables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Naming Conventions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Interview Questions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 idx="4294967295"/>
          </p:nvPr>
        </p:nvSpPr>
        <p:spPr>
          <a:xfrm>
            <a:off x="311700" y="3409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 b="1"/>
              <a:t>Data Types and Memory Allocation</a:t>
            </a:r>
            <a:endParaRPr sz="2000"/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812125" y="1139525"/>
            <a:ext cx="75306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is a </a:t>
            </a:r>
            <a:r>
              <a:rPr lang="en" b="1" i="1"/>
              <a:t>strongly typed language</a:t>
            </a:r>
            <a:r>
              <a:rPr lang="en" b="1"/>
              <a:t>.</a:t>
            </a:r>
            <a:r>
              <a:rPr lang="en"/>
              <a:t> This means that every variable </a:t>
            </a:r>
            <a:r>
              <a:rPr lang="en" b="1"/>
              <a:t>must have a declared type</a:t>
            </a:r>
            <a:r>
              <a:rPr lang="en"/>
              <a:t>. There are eight primitive types in Java. 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Four integer types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byte, short, int, long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Two ﬂoating-point number types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float (6-7 decimal digits)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double(15 decimal digits)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one character type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one a boolean type</a:t>
            </a: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574" y="240100"/>
            <a:ext cx="8713025" cy="48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/>
        </p:nvSpPr>
        <p:spPr>
          <a:xfrm>
            <a:off x="877175" y="1124400"/>
            <a:ext cx="7432200" cy="29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Identifiers in Java are names that identify elements such as classes, variables, and methods in a program. In other words, an identifier is one that is for naming variables, user-defined methods, classes, objects, parameters, labels, packages, and interfaces in a program.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Java identifier is a sequence of characters that consists of letters, digits, underscores (_), and dollar signs ($).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 must start with a letter, an underscore (_), or a dollar sign ($). It cannot begin with a digit.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 cannot be a reserved word.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 cannot be true, false, or null.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It cannot contain  !@#$%^&amp;*()_+-=\|/.,&lt;&gt;?”:;’ signs.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 can be of any length.</a:t>
            </a: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3409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 b="1"/>
              <a:t>Rules of Identifiers</a:t>
            </a:r>
            <a:endParaRPr sz="2200" b="1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/>
          </a:p>
        </p:txBody>
      </p:sp>
      <p:pic>
        <p:nvPicPr>
          <p:cNvPr id="82" name="Google Shape;82;p17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358850" y="1004775"/>
            <a:ext cx="847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1650125" y="4752175"/>
            <a:ext cx="5886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</a:rPr>
              <a:t>Note:</a:t>
            </a:r>
            <a:r>
              <a:rPr lang="en" sz="1200">
                <a:solidFill>
                  <a:srgbClr val="FF0000"/>
                </a:solidFill>
              </a:rPr>
              <a:t> Using $ sign for variable naming is not recommended by oracle.</a:t>
            </a:r>
            <a:endParaRPr sz="1200">
              <a:solidFill>
                <a:srgbClr val="FF0000"/>
              </a:solidFill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6702600" y="4384025"/>
            <a:ext cx="244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Oracle Documentation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/>
        </p:nvSpPr>
        <p:spPr>
          <a:xfrm>
            <a:off x="877175" y="1124400"/>
            <a:ext cx="74322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Single line comment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Multi line comment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Java documentation comment</a:t>
            </a:r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311700" y="3409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 b="1"/>
              <a:t>Comment types</a:t>
            </a:r>
            <a:endParaRPr sz="2200" b="1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/>
          </a:p>
        </p:txBody>
      </p:sp>
      <p:pic>
        <p:nvPicPr>
          <p:cNvPr id="92" name="Google Shape;92;p18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>
            <a:spLocks noGrp="1"/>
          </p:cNvSpPr>
          <p:nvPr>
            <p:ph type="title" idx="4294967295"/>
          </p:nvPr>
        </p:nvSpPr>
        <p:spPr>
          <a:xfrm>
            <a:off x="528200" y="1499469"/>
            <a:ext cx="3387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b="1"/>
              <a:t>Types of variables</a:t>
            </a:r>
            <a:endParaRPr sz="2000" b="1"/>
          </a:p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 b="1"/>
          </a:p>
        </p:txBody>
      </p:sp>
      <p:sp>
        <p:nvSpPr>
          <p:cNvPr id="99" name="Google Shape;99;p19"/>
          <p:cNvSpPr txBox="1"/>
          <p:nvPr/>
        </p:nvSpPr>
        <p:spPr>
          <a:xfrm>
            <a:off x="1547250" y="2228594"/>
            <a:ext cx="28422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Local variables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Instance variables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Class/Static variables</a:t>
            </a:r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title" idx="4294967295"/>
          </p:nvPr>
        </p:nvSpPr>
        <p:spPr>
          <a:xfrm>
            <a:off x="4529358" y="1499475"/>
            <a:ext cx="3387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 b="1"/>
              <a:t> Scopes of Variables</a:t>
            </a:r>
            <a:endParaRPr sz="2000" b="1"/>
          </a:p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 b="1"/>
          </a:p>
        </p:txBody>
      </p:sp>
      <p:sp>
        <p:nvSpPr>
          <p:cNvPr id="101" name="Google Shape;101;p19"/>
          <p:cNvSpPr txBox="1"/>
          <p:nvPr/>
        </p:nvSpPr>
        <p:spPr>
          <a:xfrm>
            <a:off x="5516100" y="2228600"/>
            <a:ext cx="28422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Method Level Scope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Object Level Scope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Class Level Scope</a:t>
            </a:r>
            <a:endParaRPr/>
          </a:p>
        </p:txBody>
      </p:sp>
      <p:sp>
        <p:nvSpPr>
          <p:cNvPr id="102" name="Google Shape;102;p19"/>
          <p:cNvSpPr txBox="1"/>
          <p:nvPr/>
        </p:nvSpPr>
        <p:spPr>
          <a:xfrm>
            <a:off x="0" y="452700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Types of variables and Scopes of Variables</a:t>
            </a:r>
            <a:endParaRPr sz="20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0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>
            <a:spLocks noGrp="1"/>
          </p:cNvSpPr>
          <p:nvPr>
            <p:ph type="title" idx="4294967295"/>
          </p:nvPr>
        </p:nvSpPr>
        <p:spPr>
          <a:xfrm>
            <a:off x="311700" y="3409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Naming conventions</a:t>
            </a:r>
            <a:endParaRPr sz="2000" b="1"/>
          </a:p>
        </p:txBody>
      </p:sp>
      <p:sp>
        <p:nvSpPr>
          <p:cNvPr id="109" name="Google Shape;109;p20"/>
          <p:cNvSpPr txBox="1"/>
          <p:nvPr/>
        </p:nvSpPr>
        <p:spPr>
          <a:xfrm>
            <a:off x="1428200" y="1054325"/>
            <a:ext cx="21453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Naming Conventions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Packages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Classes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Interfaces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Methods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Variables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Constants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0"/>
          <p:cNvSpPr txBox="1"/>
          <p:nvPr/>
        </p:nvSpPr>
        <p:spPr>
          <a:xfrm>
            <a:off x="5421225" y="1054325"/>
            <a:ext cx="2527500" cy="18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Programming Case Types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camelCase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PascalCase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snake_case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kebab-case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MACRO_CASE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Train-Case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6708025" y="4480350"/>
            <a:ext cx="243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Oracle Documentation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>
            <a:spLocks noGrp="1"/>
          </p:cNvSpPr>
          <p:nvPr>
            <p:ph type="title"/>
          </p:nvPr>
        </p:nvSpPr>
        <p:spPr>
          <a:xfrm>
            <a:off x="335300" y="2197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 b="1" u="sng" dirty="0">
                <a:solidFill>
                  <a:schemeClr val="hlink"/>
                </a:solidFill>
              </a:rPr>
              <a:t>Interview Questions</a:t>
            </a:r>
            <a:endParaRPr dirty="0"/>
          </a:p>
        </p:txBody>
      </p:sp>
      <p:pic>
        <p:nvPicPr>
          <p:cNvPr id="117" name="Google Shape;117;p21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 txBox="1"/>
          <p:nvPr/>
        </p:nvSpPr>
        <p:spPr>
          <a:xfrm>
            <a:off x="358850" y="1004775"/>
            <a:ext cx="847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title"/>
          </p:nvPr>
        </p:nvSpPr>
        <p:spPr>
          <a:xfrm>
            <a:off x="13500" y="2104200"/>
            <a:ext cx="9117000" cy="9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 b="1"/>
              <a:t>The only thing standing between you and outrageous success is continuous progress.</a:t>
            </a:r>
            <a:endParaRPr sz="2400"/>
          </a:p>
        </p:txBody>
      </p:sp>
      <p:pic>
        <p:nvPicPr>
          <p:cNvPr id="124" name="Google Shape;124;p22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</Words>
  <Application>Microsoft Office PowerPoint</Application>
  <PresentationFormat>On-screen Show (16:9)</PresentationFormat>
  <Paragraphs>61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Book Antiqua</vt:lpstr>
      <vt:lpstr>Simple Light</vt:lpstr>
      <vt:lpstr>PowerPoint Presentation</vt:lpstr>
      <vt:lpstr>PowerPoint Presentation</vt:lpstr>
      <vt:lpstr>Data Types and Memory Allocation</vt:lpstr>
      <vt:lpstr>PowerPoint Presentation</vt:lpstr>
      <vt:lpstr>Rules of Identifiers </vt:lpstr>
      <vt:lpstr>Comment types </vt:lpstr>
      <vt:lpstr>Types of variables </vt:lpstr>
      <vt:lpstr>Naming conventions</vt:lpstr>
      <vt:lpstr>Interview Questions</vt:lpstr>
      <vt:lpstr>The only thing standing between you and outrageous success is continuous progress.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Пользователь</cp:lastModifiedBy>
  <cp:revision>1</cp:revision>
  <dcterms:modified xsi:type="dcterms:W3CDTF">2023-02-23T14:07:35Z</dcterms:modified>
</cp:coreProperties>
</file>