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8ac27d2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8ac27d2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38ac27d2e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38ac27d2e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55beef436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55beef436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oracle.com/java/technologies/javase/codeconventions-namingconventions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42475" y="1905000"/>
            <a:ext cx="6381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Variable types, Variable Scopes and Naming Conventions</a:t>
            </a:r>
            <a:endParaRPr sz="26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title" idx="4294967295"/>
          </p:nvPr>
        </p:nvSpPr>
        <p:spPr>
          <a:xfrm>
            <a:off x="528200" y="1499469"/>
            <a:ext cx="338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/>
              <a:t>Types of variables</a:t>
            </a:r>
            <a:endParaRPr sz="2000" b="1"/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/>
          </a:p>
        </p:txBody>
      </p:sp>
      <p:sp>
        <p:nvSpPr>
          <p:cNvPr id="62" name="Google Shape;62;p14"/>
          <p:cNvSpPr txBox="1"/>
          <p:nvPr/>
        </p:nvSpPr>
        <p:spPr>
          <a:xfrm>
            <a:off x="1547250" y="2228594"/>
            <a:ext cx="2842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Local variables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Instance variables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Class/Static variables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 idx="4294967295"/>
          </p:nvPr>
        </p:nvSpPr>
        <p:spPr>
          <a:xfrm>
            <a:off x="4529358" y="1499475"/>
            <a:ext cx="338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 b="1"/>
              <a:t> Scopes of Variables</a:t>
            </a:r>
            <a:endParaRPr sz="2000" b="1"/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/>
          </a:p>
        </p:txBody>
      </p:sp>
      <p:sp>
        <p:nvSpPr>
          <p:cNvPr id="64" name="Google Shape;64;p14"/>
          <p:cNvSpPr txBox="1"/>
          <p:nvPr/>
        </p:nvSpPr>
        <p:spPr>
          <a:xfrm>
            <a:off x="5516100" y="2228600"/>
            <a:ext cx="2842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 Level Scope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 Level Scope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 Level Scope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0" y="45270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Types of variables and Scopes of Variables</a:t>
            </a:r>
            <a:endParaRPr sz="2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title" idx="4294967295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Naming conventions</a:t>
            </a:r>
            <a:endParaRPr sz="2000" b="1"/>
          </a:p>
        </p:txBody>
      </p:sp>
      <p:sp>
        <p:nvSpPr>
          <p:cNvPr id="72" name="Google Shape;72;p15"/>
          <p:cNvSpPr txBox="1"/>
          <p:nvPr/>
        </p:nvSpPr>
        <p:spPr>
          <a:xfrm>
            <a:off x="1428200" y="1054325"/>
            <a:ext cx="21453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Naming Conventions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Packages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Interfaces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Constants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421225" y="1054325"/>
            <a:ext cx="2527500" cy="18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Programming Case Types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camelCase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PascalCase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snake_case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kebab-case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MACRO_CASE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Train-Case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6708025" y="4480350"/>
            <a:ext cx="24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35300" y="2197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u="sng" dirty="0">
                <a:solidFill>
                  <a:schemeClr val="hlink"/>
                </a:solidFill>
              </a:rPr>
              <a:t>Interview Questions</a:t>
            </a:r>
            <a:endParaRPr dirty="0"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On-screen Show (16:9)</PresentationFormat>
  <Paragraphs>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Book Antiqua</vt:lpstr>
      <vt:lpstr>Simple Light</vt:lpstr>
      <vt:lpstr>PowerPoint Presentation</vt:lpstr>
      <vt:lpstr>Types of variables </vt:lpstr>
      <vt:lpstr>Naming conventions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2023-02-23T14:07:48Z</dcterms:modified>
</cp:coreProperties>
</file>