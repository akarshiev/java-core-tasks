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Book Antiqu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EDEE74-8AE7-410D-90D8-9E7079D57EFC}">
  <a:tblStyle styleId="{B0EDEE74-8AE7-410D-90D8-9E7079D57E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BookAntiqua-bold.fntdata"/><Relationship Id="rId12" Type="http://schemas.openxmlformats.org/officeDocument/2006/relationships/font" Target="fonts/BookAntiqu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BookAntiqua-boldItalic.fntdata"/><Relationship Id="rId14" Type="http://schemas.openxmlformats.org/officeDocument/2006/relationships/font" Target="fonts/BookAntiqu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8ac27d2e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8ac27d2e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68704780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68704780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8ac27d2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8ac27d2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55beef436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55beef436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8ac27d2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8ac27d2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docs.oracle.com/en/java/javase/17/docs/api/java.base/java/util/Scanner.html" TargetMode="External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ocs.oracle.com/en/java/javase/17/docs/api/java.base/java/io/Console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4294967295" type="title"/>
          </p:nvPr>
        </p:nvSpPr>
        <p:spPr>
          <a:xfrm>
            <a:off x="19050" y="23221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latin typeface="Book Antiqua"/>
                <a:ea typeface="Book Antiqua"/>
                <a:cs typeface="Book Antiqua"/>
                <a:sym typeface="Book Antiqua"/>
              </a:rPr>
              <a:t>Console I/O</a:t>
            </a:r>
            <a:endParaRPr b="1"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4294967295" type="title"/>
          </p:nvPr>
        </p:nvSpPr>
        <p:spPr>
          <a:xfrm>
            <a:off x="19050" y="3409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Writing to Console</a:t>
            </a:r>
            <a:endParaRPr b="1"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1041650" y="1282175"/>
            <a:ext cx="513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System.out.print()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System.out.println()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4294967295"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Scanner</a:t>
            </a:r>
            <a:endParaRPr b="1" sz="2000"/>
          </a:p>
        </p:txBody>
      </p:sp>
      <p:sp>
        <p:nvSpPr>
          <p:cNvPr id="69" name="Google Shape;69;p15"/>
          <p:cNvSpPr txBox="1"/>
          <p:nvPr/>
        </p:nvSpPr>
        <p:spPr>
          <a:xfrm>
            <a:off x="757200" y="878525"/>
            <a:ext cx="76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Scanner class is used to get user input, and it is found in the java.util package(</a:t>
            </a:r>
            <a:r>
              <a:rPr b="1" lang="en">
                <a:solidFill>
                  <a:schemeClr val="dk1"/>
                </a:solidFill>
              </a:rPr>
              <a:t>Since 1.5</a:t>
            </a:r>
            <a:r>
              <a:rPr lang="en">
                <a:solidFill>
                  <a:schemeClr val="dk1"/>
                </a:solidFill>
              </a:rPr>
              <a:t>).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6702600" y="4612625"/>
            <a:ext cx="24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5">
            <a:alphaModFix/>
          </a:blip>
          <a:srcRect b="29093" l="20645" r="11127" t="3247"/>
          <a:stretch/>
        </p:blipFill>
        <p:spPr>
          <a:xfrm>
            <a:off x="1852950" y="1491325"/>
            <a:ext cx="5110100" cy="36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idx="4294967295"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Console</a:t>
            </a:r>
            <a:endParaRPr b="1" sz="2000"/>
          </a:p>
        </p:txBody>
      </p:sp>
      <p:sp>
        <p:nvSpPr>
          <p:cNvPr id="78" name="Google Shape;78;p16"/>
          <p:cNvSpPr txBox="1"/>
          <p:nvPr/>
        </p:nvSpPr>
        <p:spPr>
          <a:xfrm>
            <a:off x="664350" y="901925"/>
            <a:ext cx="766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 access the character-based console device, if any, associated with the current Java virtual machine(</a:t>
            </a:r>
            <a:r>
              <a:rPr b="1" lang="en"/>
              <a:t>Since 1.6</a:t>
            </a:r>
            <a:r>
              <a:rPr lang="en"/>
              <a:t>).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1575" y="2626175"/>
            <a:ext cx="6031149" cy="14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6702600" y="4612625"/>
            <a:ext cx="244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Oracle Documentation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idx="4294967295"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The Scanner Bug</a:t>
            </a:r>
            <a:endParaRPr b="1" sz="2000"/>
          </a:p>
        </p:txBody>
      </p:sp>
      <p:sp>
        <p:nvSpPr>
          <p:cNvPr id="87" name="Google Shape;87;p17"/>
          <p:cNvSpPr/>
          <p:nvPr/>
        </p:nvSpPr>
        <p:spPr>
          <a:xfrm>
            <a:off x="73600" y="961050"/>
            <a:ext cx="3440100" cy="16107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Kind of bug you are talking about</a:t>
            </a:r>
            <a:endParaRPr/>
          </a:p>
        </p:txBody>
      </p:sp>
      <p:graphicFrame>
        <p:nvGraphicFramePr>
          <p:cNvPr id="88" name="Google Shape;88;p17"/>
          <p:cNvGraphicFramePr/>
          <p:nvPr/>
        </p:nvGraphicFramePr>
        <p:xfrm>
          <a:off x="3733200" y="13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{B0EDEE74-8AE7-410D-90D8-9E7079D57EFC}</a:tableStyleId>
              </a:tblPr>
              <a:tblGrid>
                <a:gridCol w="853800"/>
                <a:gridCol w="853800"/>
                <a:gridCol w="853800"/>
                <a:gridCol w="853800"/>
                <a:gridCol w="853800"/>
                <a:gridCol w="853800"/>
              </a:tblGrid>
              <a:tr h="35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\n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Respect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PDP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7"/>
          <p:cNvSpPr/>
          <p:nvPr/>
        </p:nvSpPr>
        <p:spPr>
          <a:xfrm>
            <a:off x="4044750" y="1790225"/>
            <a:ext cx="180300" cy="251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4882950" y="1790225"/>
            <a:ext cx="180300" cy="251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797350" y="1790225"/>
            <a:ext cx="180300" cy="251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5360650" y="2112125"/>
            <a:ext cx="1135800" cy="3963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Here is bug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