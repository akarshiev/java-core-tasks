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5916447d9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5916447d9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491bba5938_0_29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491bba5938_0_29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6238017740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6238017740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5916447d9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5916447d9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5961c6a022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15961c6a02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5916447d9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5916447d9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5961c6a02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15961c6a02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hyperlink" Target="https://en.wikipedia.org/wiki/Integrated_development_environment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hyperlink" Target="https://www.jetbrains.com/idea/" TargetMode="External"/><Relationship Id="rId9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hyperlink" Target="https://www.eclipse.org/" TargetMode="External"/><Relationship Id="rId7" Type="http://schemas.openxmlformats.org/officeDocument/2006/relationships/image" Target="../media/image5.png"/><Relationship Id="rId8" Type="http://schemas.openxmlformats.org/officeDocument/2006/relationships/hyperlink" Target="https://netbeans.apache.org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hyperlink" Target="https://www.jetbrains.com/toolbox-ap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785275" y="2209800"/>
            <a:ext cx="7601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1"/>
                </a:solidFill>
              </a:rPr>
              <a:t>Integrated development environment (IDE)</a:t>
            </a:r>
            <a:endParaRPr b="1" sz="2600">
              <a:solidFill>
                <a:schemeClr val="dk1"/>
              </a:solidFill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3">
            <a:alphaModFix/>
          </a:blip>
          <a:srcRect b="31095" l="0" r="0" t="33150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 rotWithShape="1">
          <a:blip r:embed="rId3">
            <a:alphaModFix/>
          </a:blip>
          <a:srcRect b="31095" l="0" r="0" t="33150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56450" y="961475"/>
            <a:ext cx="6231100" cy="350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/>
          <p:cNvPicPr preferRelativeResize="0"/>
          <p:nvPr/>
        </p:nvPicPr>
        <p:blipFill rotWithShape="1">
          <a:blip r:embed="rId3">
            <a:alphaModFix/>
          </a:blip>
          <a:srcRect b="31095" l="0" r="0" t="33150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5"/>
          <p:cNvPicPr preferRelativeResize="0"/>
          <p:nvPr/>
        </p:nvPicPr>
        <p:blipFill rotWithShape="1">
          <a:blip r:embed="rId4">
            <a:alphaModFix/>
          </a:blip>
          <a:srcRect b="0" l="2964" r="4673" t="0"/>
          <a:stretch/>
        </p:blipFill>
        <p:spPr>
          <a:xfrm rot="-5400000">
            <a:off x="2486825" y="-63950"/>
            <a:ext cx="4170350" cy="562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6"/>
          <p:cNvPicPr preferRelativeResize="0"/>
          <p:nvPr/>
        </p:nvPicPr>
        <p:blipFill rotWithShape="1">
          <a:blip r:embed="rId3">
            <a:alphaModFix/>
          </a:blip>
          <a:srcRect b="31095" l="0" r="0" t="33150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7250" y="628650"/>
            <a:ext cx="7429500" cy="38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19050" y="381000"/>
            <a:ext cx="9125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</a:rPr>
              <a:t>Integrated development environment (IDE)</a:t>
            </a:r>
            <a:endParaRPr b="1" sz="2000">
              <a:solidFill>
                <a:schemeClr val="dk1"/>
              </a:solidFill>
            </a:endParaRPr>
          </a:p>
        </p:txBody>
      </p:sp>
      <p:pic>
        <p:nvPicPr>
          <p:cNvPr id="79" name="Google Shape;79;p17"/>
          <p:cNvPicPr preferRelativeResize="0"/>
          <p:nvPr/>
        </p:nvPicPr>
        <p:blipFill rotWithShape="1">
          <a:blip r:embed="rId3">
            <a:alphaModFix/>
          </a:blip>
          <a:srcRect b="31095" l="0" r="0" t="33150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7"/>
          <p:cNvSpPr txBox="1"/>
          <p:nvPr/>
        </p:nvSpPr>
        <p:spPr>
          <a:xfrm>
            <a:off x="7068475" y="4480925"/>
            <a:ext cx="171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wikipedia</a:t>
            </a:r>
            <a:endParaRPr/>
          </a:p>
        </p:txBody>
      </p:sp>
      <p:sp>
        <p:nvSpPr>
          <p:cNvPr id="81" name="Google Shape;81;p17"/>
          <p:cNvSpPr txBox="1"/>
          <p:nvPr/>
        </p:nvSpPr>
        <p:spPr>
          <a:xfrm>
            <a:off x="665625" y="1004050"/>
            <a:ext cx="79203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integrated development environment (IDE) is a software application that helps programmers develop software code efficiently. It increases developer productivity by combining capabilities such as software editing, building, testing, and packaging in an easy-to-use application. Just as writers use text editors and accountants use spreadsheets, software developers use IDEs to make their job easier.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8"/>
          <p:cNvPicPr preferRelativeResize="0"/>
          <p:nvPr/>
        </p:nvPicPr>
        <p:blipFill rotWithShape="1">
          <a:blip r:embed="rId3">
            <a:alphaModFix/>
          </a:blip>
          <a:srcRect b="31095" l="0" r="0" t="33150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7" name="Google Shape;87;p18"/>
          <p:cNvGrpSpPr/>
          <p:nvPr/>
        </p:nvGrpSpPr>
        <p:grpSpPr>
          <a:xfrm>
            <a:off x="731800" y="874050"/>
            <a:ext cx="7854100" cy="831300"/>
            <a:chOff x="731800" y="874050"/>
            <a:chExt cx="7854100" cy="831300"/>
          </a:xfrm>
        </p:grpSpPr>
        <p:sp>
          <p:nvSpPr>
            <p:cNvPr id="88" name="Google Shape;88;p18"/>
            <p:cNvSpPr txBox="1"/>
            <p:nvPr/>
          </p:nvSpPr>
          <p:spPr>
            <a:xfrm>
              <a:off x="1512800" y="874050"/>
              <a:ext cx="70731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u="sng">
                  <a:solidFill>
                    <a:schemeClr val="hlink"/>
                  </a:solidFill>
                  <a:hlinkClick r:id="rId4"/>
                </a:rPr>
                <a:t>IntelliJ IDEA</a:t>
              </a:r>
              <a:r>
                <a:rPr lang="en"/>
                <a:t> is an integrated development environment written in Java for developing computer software written in Java, Kotlin, Groovy, and other JVM-based languages. It is developed by JetBrains</a:t>
              </a:r>
              <a:endParaRPr/>
            </a:p>
          </p:txBody>
        </p:sp>
        <p:pic>
          <p:nvPicPr>
            <p:cNvPr id="89" name="Google Shape;89;p18"/>
            <p:cNvPicPr preferRelativeResize="0"/>
            <p:nvPr/>
          </p:nvPicPr>
          <p:blipFill rotWithShape="1">
            <a:blip r:embed="rId5">
              <a:alphaModFix/>
            </a:blip>
            <a:srcRect b="17950" l="25768" r="25491" t="16056"/>
            <a:stretch/>
          </p:blipFill>
          <p:spPr>
            <a:xfrm>
              <a:off x="731800" y="1004050"/>
              <a:ext cx="646525" cy="6409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0" name="Google Shape;90;p18"/>
          <p:cNvGrpSpPr/>
          <p:nvPr/>
        </p:nvGrpSpPr>
        <p:grpSpPr>
          <a:xfrm>
            <a:off x="731800" y="1864650"/>
            <a:ext cx="7854100" cy="1046700"/>
            <a:chOff x="731800" y="1864650"/>
            <a:chExt cx="7854100" cy="1046700"/>
          </a:xfrm>
        </p:grpSpPr>
        <p:sp>
          <p:nvSpPr>
            <p:cNvPr id="91" name="Google Shape;91;p18"/>
            <p:cNvSpPr txBox="1"/>
            <p:nvPr/>
          </p:nvSpPr>
          <p:spPr>
            <a:xfrm>
              <a:off x="1512800" y="1864650"/>
              <a:ext cx="7073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u="sng">
                  <a:solidFill>
                    <a:schemeClr val="hlink"/>
                  </a:solidFill>
                  <a:hlinkClick r:id="rId6"/>
                </a:rPr>
                <a:t>Eclipse</a:t>
              </a:r>
              <a:r>
                <a:rPr lang="en"/>
                <a:t> is an integrated development environment used in computer programming. It contains a base workspace and an extensible plug-in system for customizing the environment. It is the second-most-popular IDE for Java development, and, until 2016, was the most popular</a:t>
              </a:r>
              <a:endParaRPr/>
            </a:p>
          </p:txBody>
        </p:sp>
        <p:pic>
          <p:nvPicPr>
            <p:cNvPr id="92" name="Google Shape;92;p18"/>
            <p:cNvPicPr preferRelativeResize="0"/>
            <p:nvPr/>
          </p:nvPicPr>
          <p:blipFill rotWithShape="1">
            <a:blip r:embed="rId7">
              <a:alphaModFix/>
            </a:blip>
            <a:srcRect b="25838" l="6156" r="58620" t="24348"/>
            <a:stretch/>
          </p:blipFill>
          <p:spPr>
            <a:xfrm>
              <a:off x="731800" y="2007000"/>
              <a:ext cx="646525" cy="68894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3" name="Google Shape;93;p18"/>
          <p:cNvGrpSpPr/>
          <p:nvPr/>
        </p:nvGrpSpPr>
        <p:grpSpPr>
          <a:xfrm>
            <a:off x="731800" y="3007650"/>
            <a:ext cx="7854100" cy="896111"/>
            <a:chOff x="731800" y="3007650"/>
            <a:chExt cx="7854100" cy="896111"/>
          </a:xfrm>
        </p:grpSpPr>
        <p:sp>
          <p:nvSpPr>
            <p:cNvPr id="94" name="Google Shape;94;p18"/>
            <p:cNvSpPr txBox="1"/>
            <p:nvPr/>
          </p:nvSpPr>
          <p:spPr>
            <a:xfrm>
              <a:off x="1512800" y="3007650"/>
              <a:ext cx="70731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u="sng">
                  <a:solidFill>
                    <a:schemeClr val="hlink"/>
                  </a:solidFill>
                  <a:hlinkClick r:id="rId8"/>
                </a:rPr>
                <a:t>NetBeans</a:t>
              </a:r>
              <a:r>
                <a:rPr lang="en"/>
                <a:t> is an integrated development environment for Java. NetBeans allows applications to be developed from a set of modular software components calle</a:t>
              </a:r>
              <a:r>
                <a:rPr lang="en"/>
                <a:t>d </a:t>
              </a:r>
              <a:r>
                <a:rPr lang="en"/>
                <a:t>modules. </a:t>
              </a:r>
              <a:endParaRPr/>
            </a:p>
          </p:txBody>
        </p:sp>
        <p:pic>
          <p:nvPicPr>
            <p:cNvPr id="95" name="Google Shape;95;p18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731800" y="3158237"/>
              <a:ext cx="646526" cy="7455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6" name="Google Shape;96;p18"/>
          <p:cNvSpPr txBox="1"/>
          <p:nvPr/>
        </p:nvSpPr>
        <p:spPr>
          <a:xfrm>
            <a:off x="19050" y="378200"/>
            <a:ext cx="9125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</a:rPr>
              <a:t>Java IDEs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/>
        </p:nvSpPr>
        <p:spPr>
          <a:xfrm>
            <a:off x="19050" y="378200"/>
            <a:ext cx="9125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</a:rPr>
              <a:t>Intellij idea install on windows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102" name="Google Shape;102;p19"/>
          <p:cNvPicPr preferRelativeResize="0"/>
          <p:nvPr/>
        </p:nvPicPr>
        <p:blipFill rotWithShape="1">
          <a:blip r:embed="rId3">
            <a:alphaModFix/>
          </a:blip>
          <a:srcRect b="31095" l="0" r="0" t="33150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9"/>
          <p:cNvSpPr txBox="1"/>
          <p:nvPr/>
        </p:nvSpPr>
        <p:spPr>
          <a:xfrm>
            <a:off x="632000" y="1147475"/>
            <a:ext cx="7846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Download </a:t>
            </a:r>
            <a:r>
              <a:rPr lang="en" u="sng">
                <a:solidFill>
                  <a:schemeClr val="hlink"/>
                </a:solidFill>
                <a:hlinkClick r:id="rId4"/>
              </a:rPr>
              <a:t>toolbox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Install toolbox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Install intellij idea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