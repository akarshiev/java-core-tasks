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Book Antiqua" panose="02040602050305030304" pitchFamily="18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562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491bba5938_0_2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491bba5938_0_2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491bba5938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491bba5938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8add153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8add153b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620f152a81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620f152a81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38bff8c6e4_0_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38bff8c6e4_0_8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38bff8c6e4_0_8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38bff8c6e4_0_8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ocs.oracle.com/en/java/javase/17/docs/api/java.base/java/lang/Math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://www.netlib.org/fdlib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318675" y="1905000"/>
            <a:ext cx="6381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Mathematical  Functions</a:t>
            </a:r>
            <a:endParaRPr sz="2600" b="1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1783500" y="935975"/>
            <a:ext cx="47454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Mathematical Functions and Constants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Mathematical Functions Notes</a:t>
            </a:r>
            <a:endParaRPr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>
                <a:solidFill>
                  <a:schemeClr val="dk1"/>
                </a:solidFill>
              </a:rPr>
              <a:t>Interview Questions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0" y="36717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Outline </a:t>
            </a:r>
            <a:endParaRPr sz="2000"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9050" y="315025"/>
            <a:ext cx="912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Mathematical Functions and Constants</a:t>
            </a:r>
            <a:endParaRPr sz="2000" b="1"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849900" y="970950"/>
            <a:ext cx="74442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class Math contains methods for performing basic numeric operations such as the elementary </a:t>
            </a:r>
            <a:r>
              <a:rPr lang="en" b="1"/>
              <a:t>exponential</a:t>
            </a:r>
            <a:r>
              <a:rPr lang="en"/>
              <a:t>, </a:t>
            </a:r>
            <a:r>
              <a:rPr lang="en" b="1"/>
              <a:t>logarithm</a:t>
            </a:r>
            <a:r>
              <a:rPr lang="en"/>
              <a:t>, </a:t>
            </a:r>
            <a:r>
              <a:rPr lang="en" b="1"/>
              <a:t>square root</a:t>
            </a:r>
            <a:r>
              <a:rPr lang="en"/>
              <a:t>, and </a:t>
            </a:r>
            <a:r>
              <a:rPr lang="en" b="1"/>
              <a:t>trigonometric</a:t>
            </a:r>
            <a:r>
              <a:rPr lang="en"/>
              <a:t> functions(</a:t>
            </a:r>
            <a:r>
              <a:rPr lang="en" b="1"/>
              <a:t>Since 1.0</a:t>
            </a:r>
            <a:r>
              <a:rPr lang="en"/>
              <a:t>).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Math.sqrt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Math.pow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Math.min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Math.sin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Math.cos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Math.tan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Math.exp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Math.log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Math.log10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…	 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Math.PI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Math.E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6702600" y="4384025"/>
            <a:ext cx="244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Oracle Documentation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19050" y="315025"/>
            <a:ext cx="912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b="1"/>
              <a:t>Mathematical Functions NOTES</a:t>
            </a:r>
            <a:endParaRPr sz="2000" b="1"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616400" y="2578450"/>
            <a:ext cx="7839600" cy="1262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Math class provides several methods to make integer arithmetic safer. The mathematical operators quietly return wrong results when a computation overﬂows. For example, one billion times three (1000000000 * 3) evaluates to -1294967296 because the largest int value is just over two billion. If you call </a:t>
            </a:r>
            <a:r>
              <a:rPr lang="en" b="1"/>
              <a:t>Math.multiplyExact(1000000000, 3)</a:t>
            </a:r>
            <a:r>
              <a:rPr lang="en"/>
              <a:t> instead, an exception is generated.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616400" y="1007125"/>
            <a:ext cx="7839600" cy="1262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methods in the </a:t>
            </a:r>
            <a:r>
              <a:rPr lang="en" b="1"/>
              <a:t>Math</a:t>
            </a:r>
            <a:r>
              <a:rPr lang="en"/>
              <a:t> class use the routines in the </a:t>
            </a:r>
            <a:r>
              <a:rPr lang="en" b="1"/>
              <a:t>computer’s ﬂoating-point unit</a:t>
            </a:r>
            <a:r>
              <a:rPr lang="en"/>
              <a:t> for fastest performance. If completely predictable results are more important than performance, use the </a:t>
            </a:r>
            <a:r>
              <a:rPr lang="en" b="1"/>
              <a:t>StrictMath</a:t>
            </a:r>
            <a:r>
              <a:rPr lang="en"/>
              <a:t> class instead. It implements the algorithms from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Freely Distributable Math Library</a:t>
            </a:r>
            <a:r>
              <a:rPr lang="en"/>
              <a:t>, guaranteeing identical results on all platforms.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b="1" u="sng" dirty="0">
                <a:solidFill>
                  <a:schemeClr val="hlink"/>
                </a:solidFill>
              </a:rPr>
              <a:t>Interview Questions</a:t>
            </a:r>
            <a:endParaRPr sz="2000" dirty="0"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0" y="1938950"/>
            <a:ext cx="9144000" cy="9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 b="1"/>
              <a:t>If something is important enough, even if the odds are against you, you should still do it.</a:t>
            </a:r>
            <a:endParaRPr sz="2200"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 t="33150" b="31095"/>
          <a:stretch/>
        </p:blipFill>
        <p:spPr>
          <a:xfrm>
            <a:off x="19050" y="4525"/>
            <a:ext cx="1304100" cy="4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358850" y="1004775"/>
            <a:ext cx="847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On-screen Show (16:9)</PresentationFormat>
  <Paragraphs>25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Book Antiqua</vt:lpstr>
      <vt:lpstr>Simple Light</vt:lpstr>
      <vt:lpstr>PowerPoint Presentation</vt:lpstr>
      <vt:lpstr>PowerPoint Presentation</vt:lpstr>
      <vt:lpstr>Mathematical Functions and Constants</vt:lpstr>
      <vt:lpstr>Mathematical Functions NOTES</vt:lpstr>
      <vt:lpstr>Interview Questions</vt:lpstr>
      <vt:lpstr>If something is important enough, even if the odds are against you, you should still do it.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Пользователь</cp:lastModifiedBy>
  <cp:revision>1</cp:revision>
  <dcterms:modified xsi:type="dcterms:W3CDTF">2023-02-23T14:08:27Z</dcterms:modified>
</cp:coreProperties>
</file>