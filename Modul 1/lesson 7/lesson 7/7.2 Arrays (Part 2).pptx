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458AE6-D4E9-4020-A045-420C51AD3B63}">
  <a:tblStyle styleId="{23458AE6-D4E9-4020-A045-420C51AD3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ffd328c3e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ffd328c3e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502184060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502184060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502184060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502184060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502184060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502184060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oracle.com/en/java/javase/17/docs/api/java.base/java/util/Array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cs.usfca.edu/~galles/visualization/Search.html" TargetMode="External"/><Relationship Id="rId4" Type="http://schemas.openxmlformats.org/officeDocument/2006/relationships/hyperlink" Target="https://docs.oracle.com/en/java/javase/17/docs/api/java.base/java/util/Arrays.html#sort(int%5B%5D)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40375" y="2115450"/>
            <a:ext cx="77337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50" b="1">
                <a:solidFill>
                  <a:schemeClr val="dk1"/>
                </a:solidFill>
              </a:rPr>
              <a:t>Arrays class  methods</a:t>
            </a:r>
            <a:endParaRPr sz="2200" b="1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0" y="2999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Arrays class</a:t>
            </a:r>
            <a:endParaRPr sz="2000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898075" y="928850"/>
            <a:ext cx="73377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r>
              <a:rPr lang="en" b="1"/>
              <a:t>Array class</a:t>
            </a:r>
            <a:r>
              <a:rPr lang="en"/>
              <a:t> was introduced in Java version </a:t>
            </a:r>
            <a:r>
              <a:rPr lang="en" b="1"/>
              <a:t>1.2</a:t>
            </a:r>
            <a:r>
              <a:rPr lang="en"/>
              <a:t>. The methods that it consists of are used mostly for the manipulation of an array including all major operations like creating, sorting, searching comparing, etc.</a:t>
            </a:r>
            <a:endParaRPr/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methods in this class all throw a </a:t>
            </a:r>
            <a:r>
              <a:rPr lang="en" b="1"/>
              <a:t>NullPointerException</a:t>
            </a:r>
            <a:r>
              <a:rPr lang="en"/>
              <a:t>, if the specified array reference is null, except where noted.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6918100" y="4459725"/>
            <a:ext cx="219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0" y="3055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/>
              <a:t>Arrays class methods</a:t>
            </a:r>
            <a:endParaRPr sz="20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" name="Google Shape;70;p15"/>
          <p:cNvGraphicFramePr/>
          <p:nvPr/>
        </p:nvGraphicFramePr>
        <p:xfrm>
          <a:off x="605200" y="78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{23458AE6-D4E9-4020-A045-420C51AD3B63}</a:tableStyleId>
              </a:tblPr>
              <a:tblGrid>
                <a:gridCol w="336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Method name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A67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fill(int[] a, int val)</a:t>
                      </a:r>
                      <a:endParaRPr sz="1000">
                        <a:solidFill>
                          <a:srgbClr val="4A678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1016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Assigns the specified int value to each element of the specified array of ints.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A67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toString(int[] a)</a:t>
                      </a:r>
                      <a:endParaRPr sz="1000">
                        <a:solidFill>
                          <a:srgbClr val="4A678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a string representation of the contents of the specified array. 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A67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deepToString(Object[] a)</a:t>
                      </a:r>
                      <a:endParaRPr sz="1000">
                        <a:solidFill>
                          <a:srgbClr val="4A678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This method is designed for converting multidimensional arrays to strings.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A6782"/>
                          </a:solidFill>
                          <a:highlight>
                            <a:srgbClr val="EEEEEF"/>
                          </a:highlight>
                          <a:uFill>
                            <a:noFill/>
                          </a:uFill>
                          <a:latin typeface="Courier New"/>
                          <a:ea typeface="Courier New"/>
                          <a:cs typeface="Courier New"/>
                          <a:sym typeface="Courier New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sort</a:t>
                      </a:r>
                      <a:r>
                        <a:rPr lang="en" sz="1000">
                          <a:solidFill>
                            <a:srgbClr val="4A6782"/>
                          </a:solidFill>
                          <a:highlight>
                            <a:srgbClr val="EEEE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(int[] a)</a:t>
                      </a:r>
                      <a:endParaRPr sz="1000">
                        <a:solidFill>
                          <a:srgbClr val="4A6782"/>
                        </a:solidFill>
                        <a:highlight>
                          <a:srgbClr val="EEEE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A6782"/>
                          </a:solidFill>
                          <a:highlight>
                            <a:srgbClr val="EEEE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sort(int[] a, int fromIndex, int toIndex)</a:t>
                      </a:r>
                      <a:endParaRPr sz="1000">
                        <a:solidFill>
                          <a:srgbClr val="4A6782"/>
                        </a:solidFill>
                        <a:highlight>
                          <a:srgbClr val="EEEE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Sorts the specified array into ascending numerical order.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8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  <a:hlinkClick r:id="rId5"/>
                        </a:rPr>
                        <a:t>binarySearch</a:t>
                      </a:r>
                      <a:r>
                        <a:rPr lang="en" sz="1000">
                          <a:solidFill>
                            <a:srgbClr val="4A67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(int[] a, int key)</a:t>
                      </a:r>
                      <a:endParaRPr sz="1000">
                        <a:solidFill>
                          <a:srgbClr val="4A678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Searches the specified array of ints for the specified value using the binary search algorithm. The array must be sorted (as by the sort(int[]) method) prior to making this call.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A67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……</a:t>
                      </a:r>
                      <a:endParaRPr sz="1000">
                        <a:solidFill>
                          <a:srgbClr val="4A678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4A67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……</a:t>
                      </a:r>
                      <a:endParaRPr sz="1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0" y="22386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50" b="1" u="sng" dirty="0">
                <a:solidFill>
                  <a:schemeClr val="hlink"/>
                </a:solidFill>
              </a:rPr>
              <a:t>Interview Question</a:t>
            </a:r>
            <a:endParaRPr sz="2650" b="1"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19050" y="21330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b="1"/>
              <a:t>It’s hard to beat a person who never gives up</a:t>
            </a:r>
            <a:endParaRPr sz="2400"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On-screen Show (16:9)</PresentationFormat>
  <Paragraphs>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Simple Light</vt:lpstr>
      <vt:lpstr>PowerPoint Presentation</vt:lpstr>
      <vt:lpstr>Arrays class</vt:lpstr>
      <vt:lpstr>Arrays class methods </vt:lpstr>
      <vt:lpstr>Interview Question </vt:lpstr>
      <vt:lpstr>It’s hard to beat a person who never gives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2023-02-23T14:10:48Z</dcterms:modified>
</cp:coreProperties>
</file>