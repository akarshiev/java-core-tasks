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2AE776-FFBF-43E6-A77F-457EB9DD4A41}">
  <a:tblStyle styleId="{742AE776-FFBF-43E6-A77F-457EB9DD4A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6939def1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6939def1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674d3fc8f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674d3fc8f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6939def10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6939def10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6939def10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6939def10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jlkesh/javadocs/blob/main/ConsoleColor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TicTacToe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478" y="888763"/>
            <a:ext cx="3178625" cy="31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0" y="30807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TicTacToe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" name="Google Shape;63;p14"/>
          <p:cNvGraphicFramePr/>
          <p:nvPr/>
        </p:nvGraphicFramePr>
        <p:xfrm>
          <a:off x="2536638" y="1537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{742AE776-FFBF-43E6-A77F-457EB9DD4A41}</a:tableStyleId>
              </a:tblPr>
              <a:tblGrid>
                <a:gridCol w="135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1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2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3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4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5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6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7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8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9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911025" y="920525"/>
            <a:ext cx="70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player wins a game if three marks of the same kind is connected in a line.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0" y="30807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TicTacToe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" name="Google Shape;71;p15"/>
          <p:cNvGraphicFramePr/>
          <p:nvPr/>
        </p:nvGraphicFramePr>
        <p:xfrm>
          <a:off x="2019300" y="1606155"/>
          <a:ext cx="4999425" cy="3259125"/>
        </p:xfrm>
        <a:graphic>
          <a:graphicData uri="http://schemas.openxmlformats.org/drawingml/2006/table">
            <a:tbl>
              <a:tblPr>
                <a:noFill/>
                <a:tableStyleId>{742AE776-FFBF-43E6-A77F-457EB9DD4A41}</a:tableStyleId>
              </a:tblPr>
              <a:tblGrid>
                <a:gridCol w="166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1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2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3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4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5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6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7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8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chemeClr val="dk1"/>
                          </a:solidFill>
                        </a:rPr>
                        <a:t>9</a:t>
                      </a:r>
                      <a:endParaRPr sz="24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0" y="920525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Winning cases</a:t>
            </a: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2855875" y="2172900"/>
            <a:ext cx="3302400" cy="21351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5"/>
          <p:cNvCxnSpPr/>
          <p:nvPr/>
        </p:nvCxnSpPr>
        <p:spPr>
          <a:xfrm>
            <a:off x="2874875" y="2172900"/>
            <a:ext cx="18900" cy="22017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5"/>
          <p:cNvCxnSpPr/>
          <p:nvPr/>
        </p:nvCxnSpPr>
        <p:spPr>
          <a:xfrm>
            <a:off x="2836900" y="2163400"/>
            <a:ext cx="3359400" cy="96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5"/>
          <p:cNvCxnSpPr/>
          <p:nvPr/>
        </p:nvCxnSpPr>
        <p:spPr>
          <a:xfrm flipH="1">
            <a:off x="4491325" y="2191875"/>
            <a:ext cx="9600" cy="21069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7" name="Google Shape;77;p15"/>
          <p:cNvCxnSpPr/>
          <p:nvPr/>
        </p:nvCxnSpPr>
        <p:spPr>
          <a:xfrm rot="10800000" flipH="1">
            <a:off x="2893850" y="4365125"/>
            <a:ext cx="3273900" cy="189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5"/>
          <p:cNvCxnSpPr/>
          <p:nvPr/>
        </p:nvCxnSpPr>
        <p:spPr>
          <a:xfrm rot="10800000" flipH="1">
            <a:off x="2931800" y="2210850"/>
            <a:ext cx="3188700" cy="21447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5"/>
          <p:cNvCxnSpPr/>
          <p:nvPr/>
        </p:nvCxnSpPr>
        <p:spPr>
          <a:xfrm>
            <a:off x="2913100" y="3230200"/>
            <a:ext cx="3359400" cy="96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0" name="Google Shape;80;p15"/>
          <p:cNvCxnSpPr/>
          <p:nvPr/>
        </p:nvCxnSpPr>
        <p:spPr>
          <a:xfrm>
            <a:off x="6168125" y="2215613"/>
            <a:ext cx="900" cy="2140500"/>
          </a:xfrm>
          <a:prstGeom prst="straightConnector1">
            <a:avLst/>
          </a:prstGeom>
          <a:noFill/>
          <a:ln w="19050" cap="flat" cmpd="sng">
            <a:solidFill>
              <a:srgbClr val="674EA7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0" y="30807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TicTacToe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911025" y="920525"/>
            <a:ext cx="70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ConsoleColor Link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https://github.com/jlkesh/javadocs/blob/main/ConsoleColors.md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TicTacToe </vt:lpstr>
      <vt:lpstr>TicTacToe </vt:lpstr>
      <vt:lpstr>TicTacToe </vt:lpstr>
      <vt:lpstr>TicTacToe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TicTacToe </dc:title>
  <cp:lastModifiedBy>Пользователь</cp:lastModifiedBy>
  <cp:revision>1</cp:revision>
  <dcterms:modified xsi:type="dcterms:W3CDTF">2023-02-23T14:11:04Z</dcterms:modified>
</cp:coreProperties>
</file>